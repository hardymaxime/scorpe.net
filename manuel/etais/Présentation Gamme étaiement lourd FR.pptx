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61" r:id="rId6"/>
    <p:sldId id="262" r:id="rId7"/>
    <p:sldId id="263" r:id="rId8"/>
    <p:sldId id="265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3032C-ECB0-4A0B-B597-AC02D96B7623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55F00-B495-4E32-ACAF-3C10C564C9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132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73393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64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3604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188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3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03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55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662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51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53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77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AF861BA-B568-489A-B0AC-C0A6C2A392D6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66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3.wdp"/><Relationship Id="rId10" Type="http://schemas.microsoft.com/office/2007/relationships/hdphoto" Target="../media/hdphoto5.wdp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7.wdp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microsoft.com/office/2007/relationships/hdphoto" Target="../media/hdphoto9.wdp"/><Relationship Id="rId7" Type="http://schemas.microsoft.com/office/2007/relationships/hdphoto" Target="../media/hdphoto1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microsoft.com/office/2007/relationships/hdphoto" Target="../media/hdphoto10.wdp"/><Relationship Id="rId10" Type="http://schemas.microsoft.com/office/2007/relationships/hdphoto" Target="../media/hdphoto12.wdp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12" Type="http://schemas.microsoft.com/office/2007/relationships/hdphoto" Target="../media/hdphoto17.wdp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4.wdp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microsoft.com/office/2007/relationships/hdphoto" Target="../media/hdphoto16.wdp"/><Relationship Id="rId4" Type="http://schemas.microsoft.com/office/2007/relationships/hdphoto" Target="../media/hdphoto13.wdp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hdphoto" Target="../media/hdphoto13.wdp"/><Relationship Id="rId7" Type="http://schemas.microsoft.com/office/2007/relationships/hdphoto" Target="../media/hdphoto1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microsoft.com/office/2007/relationships/hdphoto" Target="../media/hdphoto14.wdp"/><Relationship Id="rId10" Type="http://schemas.microsoft.com/office/2007/relationships/hdphoto" Target="../media/hdphoto3.wdp"/><Relationship Id="rId4" Type="http://schemas.openxmlformats.org/officeDocument/2006/relationships/image" Target="../media/image2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microsoft.com/office/2007/relationships/hdphoto" Target="../media/hdphoto18.wdp"/><Relationship Id="rId7" Type="http://schemas.microsoft.com/office/2007/relationships/hdphoto" Target="../media/hdphoto20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microsoft.com/office/2007/relationships/hdphoto" Target="../media/hdphoto19.wdp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07/relationships/hdphoto" Target="../media/hdphoto21.wdp"/><Relationship Id="rId7" Type="http://schemas.microsoft.com/office/2007/relationships/hdphoto" Target="../media/hdphoto2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microsoft.com/office/2007/relationships/hdphoto" Target="../media/hdphoto22.wdp"/><Relationship Id="rId4" Type="http://schemas.openxmlformats.org/officeDocument/2006/relationships/image" Target="../media/image39.png"/><Relationship Id="rId9" Type="http://schemas.microsoft.com/office/2007/relationships/hdphoto" Target="../media/hdphoto2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52CD2EA-FE65-33D8-0BDC-F1D5FA70CBDA}"/>
              </a:ext>
            </a:extLst>
          </p:cNvPr>
          <p:cNvSpPr txBox="1"/>
          <p:nvPr/>
        </p:nvSpPr>
        <p:spPr>
          <a:xfrm>
            <a:off x="0" y="485153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Conthrax Sb" panose="020B0707020201080204" pitchFamily="34" charset="0"/>
              </a:rPr>
              <a:t>PRESENTATION </a:t>
            </a:r>
          </a:p>
          <a:p>
            <a:pPr algn="ctr"/>
            <a:r>
              <a:rPr lang="fr-FR" sz="3200" dirty="0">
                <a:latin typeface="Conthrax Sb" panose="020B0707020201080204" pitchFamily="34" charset="0"/>
              </a:rPr>
              <a:t>GAMME ETAIEMENT LOURD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8E202E-9CCD-03C1-EF0A-E049A867B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40" y="1562371"/>
            <a:ext cx="11776649" cy="529562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17BFFD4-436F-DE73-5C03-0064236AA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2" y="6288177"/>
            <a:ext cx="2133949" cy="48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2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id="{711C7D6E-7C12-79B3-DD7F-506410F8C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3"/>
          <a:stretch/>
        </p:blipFill>
        <p:spPr>
          <a:xfrm>
            <a:off x="3303987" y="4139737"/>
            <a:ext cx="7279848" cy="271826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CCDE8EE-AB69-20AE-6833-35AA7A8CD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1" t="44500" r="6401" b="38863"/>
          <a:stretch/>
        </p:blipFill>
        <p:spPr>
          <a:xfrm>
            <a:off x="-50379" y="1721512"/>
            <a:ext cx="9939276" cy="9511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0E66D3-CF0A-3342-274A-49B551977FFC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496609"/>
            <a:ext cx="1219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ETAIS PNEUMATIQUES</a:t>
            </a:r>
          </a:p>
          <a:p>
            <a:pPr algn="ctr"/>
            <a:r>
              <a:rPr lang="fr-FR" sz="2400" b="1" dirty="0">
                <a:solidFill>
                  <a:srgbClr val="92D050"/>
                </a:solidFill>
                <a:latin typeface="Conthrax Sb" panose="020B0707020201080204" pitchFamily="34" charset="0"/>
              </a:rPr>
              <a:t>PNEUMATIC STRUTS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E3EA7FA-0FA7-F379-2E1B-2C2822F430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69" b="95373" l="26364" r="62061">
                        <a14:foregroundMark x1="32545" y1="91765" x2="32545" y2="91765"/>
                        <a14:foregroundMark x1="31515" y1="91137" x2="31515" y2="91137"/>
                        <a14:foregroundMark x1="32303" y1="90510" x2="32303" y2="90510"/>
                        <a14:foregroundMark x1="42242" y1="92471" x2="42242" y2="92471"/>
                        <a14:foregroundMark x1="48485" y1="94353" x2="48485" y2="94353"/>
                        <a14:foregroundMark x1="52485" y1="95373" x2="52485" y2="953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33" r="33437" b="3020"/>
          <a:stretch/>
        </p:blipFill>
        <p:spPr>
          <a:xfrm>
            <a:off x="10291623" y="4329026"/>
            <a:ext cx="1514320" cy="252897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9C59EE8-FB31-1E08-5B4C-C3229CBC5BAC}"/>
              </a:ext>
            </a:extLst>
          </p:cNvPr>
          <p:cNvSpPr txBox="1"/>
          <p:nvPr/>
        </p:nvSpPr>
        <p:spPr>
          <a:xfrm>
            <a:off x="9559101" y="1814934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15,8kg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183cm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114cm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D703684-3396-2CB0-E598-B74E8CA944BB}"/>
              </a:ext>
            </a:extLst>
          </p:cNvPr>
          <p:cNvSpPr txBox="1"/>
          <p:nvPr/>
        </p:nvSpPr>
        <p:spPr>
          <a:xfrm>
            <a:off x="6793937" y="2592676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11,2kg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123cm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76cm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9F05226-9135-9706-2EA5-95AF6C0BF0FC}"/>
              </a:ext>
            </a:extLst>
          </p:cNvPr>
          <p:cNvSpPr txBox="1"/>
          <p:nvPr/>
        </p:nvSpPr>
        <p:spPr>
          <a:xfrm>
            <a:off x="4438055" y="3317394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8kg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83cm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44cm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7EFA049-AD74-203B-E09B-7A45DAA65D50}"/>
              </a:ext>
            </a:extLst>
          </p:cNvPr>
          <p:cNvSpPr txBox="1"/>
          <p:nvPr/>
        </p:nvSpPr>
        <p:spPr>
          <a:xfrm>
            <a:off x="2813595" y="4033442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5,7kg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53cm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18cm</a:t>
            </a:r>
          </a:p>
        </p:txBody>
      </p:sp>
      <p:sp>
        <p:nvSpPr>
          <p:cNvPr id="22" name="Flèche : courbe vers la droite 21">
            <a:extLst>
              <a:ext uri="{FF2B5EF4-FFF2-40B4-BE49-F238E27FC236}">
                <a16:creationId xmlns:a16="http://schemas.microsoft.com/office/drawing/2014/main" id="{8785A734-C085-B5C3-DA4E-861C4F511348}"/>
              </a:ext>
            </a:extLst>
          </p:cNvPr>
          <p:cNvSpPr/>
          <p:nvPr/>
        </p:nvSpPr>
        <p:spPr>
          <a:xfrm rot="20948881">
            <a:off x="5693719" y="4771193"/>
            <a:ext cx="478148" cy="651943"/>
          </a:xfrm>
          <a:prstGeom prst="curved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ED65C206-876A-C0FA-832C-169307FE00A3}"/>
              </a:ext>
            </a:extLst>
          </p:cNvPr>
          <p:cNvSpPr/>
          <p:nvPr/>
        </p:nvSpPr>
        <p:spPr>
          <a:xfrm>
            <a:off x="6707493" y="5721061"/>
            <a:ext cx="372534" cy="634995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haut 23">
            <a:extLst>
              <a:ext uri="{FF2B5EF4-FFF2-40B4-BE49-F238E27FC236}">
                <a16:creationId xmlns:a16="http://schemas.microsoft.com/office/drawing/2014/main" id="{D18D40B5-1408-4B2E-7005-25CB37C86C1E}"/>
              </a:ext>
            </a:extLst>
          </p:cNvPr>
          <p:cNvSpPr/>
          <p:nvPr/>
        </p:nvSpPr>
        <p:spPr>
          <a:xfrm>
            <a:off x="10767260" y="5880883"/>
            <a:ext cx="203200" cy="369332"/>
          </a:xfrm>
          <a:prstGeom prst="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B9709D5-2252-AA6D-4C80-8B4DBFA9FADF}"/>
              </a:ext>
            </a:extLst>
          </p:cNvPr>
          <p:cNvSpPr/>
          <p:nvPr/>
        </p:nvSpPr>
        <p:spPr>
          <a:xfrm>
            <a:off x="6807190" y="5124023"/>
            <a:ext cx="567267" cy="523244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F9B4994-F51C-0E0A-224F-DFF29C39ACB0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310684" y="5385645"/>
            <a:ext cx="1496506" cy="42167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3F052D6-344D-9849-E4A4-D621E7D85E52}"/>
              </a:ext>
            </a:extLst>
          </p:cNvPr>
          <p:cNvSpPr txBox="1"/>
          <p:nvPr/>
        </p:nvSpPr>
        <p:spPr>
          <a:xfrm>
            <a:off x="3472474" y="5691773"/>
            <a:ext cx="1998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Possibilité d’annuler le rattrapage automatique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D916FB9-168F-405A-E6B3-6C9A40E2AAEC}"/>
              </a:ext>
            </a:extLst>
          </p:cNvPr>
          <p:cNvSpPr txBox="1"/>
          <p:nvPr/>
        </p:nvSpPr>
        <p:spPr>
          <a:xfrm>
            <a:off x="9238810" y="4497493"/>
            <a:ext cx="1528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Déverrouillage des accessoires en levant un bouton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274B9BB3-17A1-0648-D6E5-1504E2DB531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9" t="43890" r="23754" b="50888"/>
          <a:stretch/>
        </p:blipFill>
        <p:spPr>
          <a:xfrm>
            <a:off x="6385064" y="2084947"/>
            <a:ext cx="985176" cy="189697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6FC8B92-F115-C384-E1F3-D5735CC36A1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9" t="43890" r="23754" b="50888"/>
          <a:stretch/>
        </p:blipFill>
        <p:spPr>
          <a:xfrm>
            <a:off x="4438055" y="2837631"/>
            <a:ext cx="985176" cy="189697"/>
          </a:xfrm>
          <a:prstGeom prst="rect">
            <a:avLst/>
          </a:prstGeom>
        </p:spPr>
      </p:pic>
      <p:sp>
        <p:nvSpPr>
          <p:cNvPr id="34" name="Flèche : courbe vers le haut 33">
            <a:extLst>
              <a:ext uri="{FF2B5EF4-FFF2-40B4-BE49-F238E27FC236}">
                <a16:creationId xmlns:a16="http://schemas.microsoft.com/office/drawing/2014/main" id="{6C3FD910-2771-D035-8210-D5F090285E10}"/>
              </a:ext>
            </a:extLst>
          </p:cNvPr>
          <p:cNvSpPr/>
          <p:nvPr/>
        </p:nvSpPr>
        <p:spPr>
          <a:xfrm rot="16854999">
            <a:off x="7787013" y="5711471"/>
            <a:ext cx="863977" cy="564145"/>
          </a:xfrm>
          <a:prstGeom prst="curved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016634A-DDA6-771B-BADE-D5881CB09412}"/>
              </a:ext>
            </a:extLst>
          </p:cNvPr>
          <p:cNvSpPr txBox="1"/>
          <p:nvPr/>
        </p:nvSpPr>
        <p:spPr>
          <a:xfrm>
            <a:off x="8470270" y="5653664"/>
            <a:ext cx="19981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Bague filetée pour rattraper la distance entre 2 positions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AE52716E-801E-0AFB-A525-BDC6716D38B8}"/>
              </a:ext>
            </a:extLst>
          </p:cNvPr>
          <p:cNvCxnSpPr>
            <a:cxnSpLocks/>
          </p:cNvCxnSpPr>
          <p:nvPr/>
        </p:nvCxnSpPr>
        <p:spPr>
          <a:xfrm flipH="1">
            <a:off x="5272424" y="5953383"/>
            <a:ext cx="1592672" cy="51547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91A35B58-4694-F436-6EA9-F5B8128768ED}"/>
              </a:ext>
            </a:extLst>
          </p:cNvPr>
          <p:cNvSpPr txBox="1"/>
          <p:nvPr/>
        </p:nvSpPr>
        <p:spPr>
          <a:xfrm>
            <a:off x="2753398" y="6270864"/>
            <a:ext cx="26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Appuyer sur la partie supérieure pour relâcher la tige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CF3F8A2-3B14-3CA8-9C43-356A9E1E5AA7}"/>
              </a:ext>
            </a:extLst>
          </p:cNvPr>
          <p:cNvSpPr txBox="1"/>
          <p:nvPr/>
        </p:nvSpPr>
        <p:spPr>
          <a:xfrm>
            <a:off x="210224" y="3906491"/>
            <a:ext cx="907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PS50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DA14D1B-6D7F-8B3C-CE56-62A792C5B1C8}"/>
              </a:ext>
            </a:extLst>
          </p:cNvPr>
          <p:cNvSpPr txBox="1"/>
          <p:nvPr/>
        </p:nvSpPr>
        <p:spPr>
          <a:xfrm>
            <a:off x="210224" y="3203010"/>
            <a:ext cx="907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PS80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AE007C2-7047-EEFE-483D-D876A972F31D}"/>
              </a:ext>
            </a:extLst>
          </p:cNvPr>
          <p:cNvSpPr txBox="1"/>
          <p:nvPr/>
        </p:nvSpPr>
        <p:spPr>
          <a:xfrm>
            <a:off x="190109" y="2482061"/>
            <a:ext cx="1061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PS120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98BCB17-630A-282B-BEBB-763BB6C76C4A}"/>
              </a:ext>
            </a:extLst>
          </p:cNvPr>
          <p:cNvSpPr txBox="1"/>
          <p:nvPr/>
        </p:nvSpPr>
        <p:spPr>
          <a:xfrm>
            <a:off x="159490" y="1747347"/>
            <a:ext cx="1009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PS180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64096F-F284-13F9-8632-173280B3CF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2" t="32712" r="25780" b="39065"/>
          <a:stretch/>
        </p:blipFill>
        <p:spPr>
          <a:xfrm>
            <a:off x="190110" y="4014346"/>
            <a:ext cx="2767194" cy="73030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915E428-566F-94F5-6DA8-77E8A563A3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1" t="29749" r="9917" b="43132"/>
          <a:stretch/>
        </p:blipFill>
        <p:spPr>
          <a:xfrm>
            <a:off x="199790" y="3305361"/>
            <a:ext cx="4365352" cy="73202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C424D85-65E6-C75A-9BA9-30CA0047A2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t="29811" r="9525" b="52073"/>
          <a:stretch/>
        </p:blipFill>
        <p:spPr>
          <a:xfrm>
            <a:off x="199789" y="2592676"/>
            <a:ext cx="6700821" cy="73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7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6C9D-93A0-06E2-4FF8-312AA539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14ED177-7FA9-FADA-1D58-9DE6741DB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3"/>
          <a:stretch/>
        </p:blipFill>
        <p:spPr>
          <a:xfrm>
            <a:off x="3303987" y="4139737"/>
            <a:ext cx="7279848" cy="271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02345F-E4D2-06E6-AEE9-745B9517D26D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F9F1FA-DC1C-B7E2-8AF6-32DCFE0D12D0}"/>
              </a:ext>
            </a:extLst>
          </p:cNvPr>
          <p:cNvSpPr txBox="1"/>
          <p:nvPr/>
        </p:nvSpPr>
        <p:spPr>
          <a:xfrm>
            <a:off x="8465" y="496609"/>
            <a:ext cx="1219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ETAI HYDRAULIQUE</a:t>
            </a:r>
          </a:p>
          <a:p>
            <a:pPr algn="ctr"/>
            <a:r>
              <a:rPr lang="fr-FR" sz="2400" b="1" dirty="0">
                <a:solidFill>
                  <a:srgbClr val="92D050"/>
                </a:solidFill>
                <a:latin typeface="Conthrax Sb" panose="020B0707020201080204" pitchFamily="34" charset="0"/>
              </a:rPr>
              <a:t>HYDRAULIC STRUT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479B841-5706-9BE2-6DF0-E1C1DB6163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69" b="95373" l="26364" r="62061">
                        <a14:foregroundMark x1="32545" y1="91765" x2="32545" y2="91765"/>
                        <a14:foregroundMark x1="31515" y1="91137" x2="31515" y2="91137"/>
                        <a14:foregroundMark x1="32303" y1="90510" x2="32303" y2="90510"/>
                        <a14:foregroundMark x1="42242" y1="92471" x2="42242" y2="92471"/>
                        <a14:foregroundMark x1="48485" y1="94353" x2="48485" y2="94353"/>
                        <a14:foregroundMark x1="52485" y1="95373" x2="52485" y2="953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33" r="33437" b="3020"/>
          <a:stretch/>
        </p:blipFill>
        <p:spPr>
          <a:xfrm>
            <a:off x="10291623" y="4329026"/>
            <a:ext cx="1514320" cy="252897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56AEA58-16DB-8403-3C5E-F00E69EB1D83}"/>
              </a:ext>
            </a:extLst>
          </p:cNvPr>
          <p:cNvSpPr txBox="1"/>
          <p:nvPr/>
        </p:nvSpPr>
        <p:spPr>
          <a:xfrm>
            <a:off x="5825057" y="2343659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13kg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63cm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30cm</a:t>
            </a:r>
          </a:p>
        </p:txBody>
      </p:sp>
      <p:sp>
        <p:nvSpPr>
          <p:cNvPr id="22" name="Flèche : courbe vers la droite 21">
            <a:extLst>
              <a:ext uri="{FF2B5EF4-FFF2-40B4-BE49-F238E27FC236}">
                <a16:creationId xmlns:a16="http://schemas.microsoft.com/office/drawing/2014/main" id="{D21DAC30-3903-8CF8-1528-840734733DE6}"/>
              </a:ext>
            </a:extLst>
          </p:cNvPr>
          <p:cNvSpPr/>
          <p:nvPr/>
        </p:nvSpPr>
        <p:spPr>
          <a:xfrm rot="20948881">
            <a:off x="5686856" y="4771193"/>
            <a:ext cx="478148" cy="651943"/>
          </a:xfrm>
          <a:prstGeom prst="curved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38288184-3BF9-9AFC-AF32-B702850F9CFE}"/>
              </a:ext>
            </a:extLst>
          </p:cNvPr>
          <p:cNvSpPr/>
          <p:nvPr/>
        </p:nvSpPr>
        <p:spPr>
          <a:xfrm>
            <a:off x="6707493" y="5731118"/>
            <a:ext cx="372534" cy="634995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haut 23">
            <a:extLst>
              <a:ext uri="{FF2B5EF4-FFF2-40B4-BE49-F238E27FC236}">
                <a16:creationId xmlns:a16="http://schemas.microsoft.com/office/drawing/2014/main" id="{052B40E7-CF84-2A82-ECCB-3D106CAF178F}"/>
              </a:ext>
            </a:extLst>
          </p:cNvPr>
          <p:cNvSpPr/>
          <p:nvPr/>
        </p:nvSpPr>
        <p:spPr>
          <a:xfrm>
            <a:off x="10767260" y="5880883"/>
            <a:ext cx="203200" cy="369332"/>
          </a:xfrm>
          <a:prstGeom prst="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D566E91F-8F24-A143-04C7-B0E3D2986A2E}"/>
              </a:ext>
            </a:extLst>
          </p:cNvPr>
          <p:cNvSpPr/>
          <p:nvPr/>
        </p:nvSpPr>
        <p:spPr>
          <a:xfrm>
            <a:off x="6807190" y="5124023"/>
            <a:ext cx="567267" cy="523244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DCBDC0D-4AE1-63CC-5F6A-CBCFB4F5CBE5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310684" y="5385645"/>
            <a:ext cx="1496506" cy="42167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10D4E379-2C2D-624F-9C99-FD530EB35039}"/>
              </a:ext>
            </a:extLst>
          </p:cNvPr>
          <p:cNvSpPr txBox="1"/>
          <p:nvPr/>
        </p:nvSpPr>
        <p:spPr>
          <a:xfrm>
            <a:off x="3472474" y="5691773"/>
            <a:ext cx="1998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Possibilité d’annuler le rattrapage automatique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4E322AF-0A64-46F7-8E38-899F603B529C}"/>
              </a:ext>
            </a:extLst>
          </p:cNvPr>
          <p:cNvSpPr txBox="1"/>
          <p:nvPr/>
        </p:nvSpPr>
        <p:spPr>
          <a:xfrm>
            <a:off x="9238810" y="4497493"/>
            <a:ext cx="1528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Déverrouillage des accessoires en levant un bouton</a:t>
            </a:r>
          </a:p>
        </p:txBody>
      </p:sp>
      <p:sp>
        <p:nvSpPr>
          <p:cNvPr id="34" name="Flèche : courbe vers le haut 33">
            <a:extLst>
              <a:ext uri="{FF2B5EF4-FFF2-40B4-BE49-F238E27FC236}">
                <a16:creationId xmlns:a16="http://schemas.microsoft.com/office/drawing/2014/main" id="{D690EAC0-6FAD-658C-385F-83AC07C9B9D0}"/>
              </a:ext>
            </a:extLst>
          </p:cNvPr>
          <p:cNvSpPr/>
          <p:nvPr/>
        </p:nvSpPr>
        <p:spPr>
          <a:xfrm rot="16854999">
            <a:off x="7784305" y="5711471"/>
            <a:ext cx="863977" cy="564145"/>
          </a:xfrm>
          <a:prstGeom prst="curved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9C37EA8-20BA-FDB0-71D4-732CD4435D7D}"/>
              </a:ext>
            </a:extLst>
          </p:cNvPr>
          <p:cNvSpPr txBox="1"/>
          <p:nvPr/>
        </p:nvSpPr>
        <p:spPr>
          <a:xfrm>
            <a:off x="8462611" y="5662349"/>
            <a:ext cx="19981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Bague filetée pour rattraper la distance entre 2 positions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A547F52-8297-F88D-6E5C-41A7F14658CC}"/>
              </a:ext>
            </a:extLst>
          </p:cNvPr>
          <p:cNvCxnSpPr>
            <a:cxnSpLocks/>
          </p:cNvCxnSpPr>
          <p:nvPr/>
        </p:nvCxnSpPr>
        <p:spPr>
          <a:xfrm flipH="1">
            <a:off x="5272424" y="6002867"/>
            <a:ext cx="1619443" cy="465992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6ECDCB64-3F2A-188C-3FC9-7D5FB2C62F60}"/>
              </a:ext>
            </a:extLst>
          </p:cNvPr>
          <p:cNvSpPr txBox="1"/>
          <p:nvPr/>
        </p:nvSpPr>
        <p:spPr>
          <a:xfrm>
            <a:off x="2753398" y="6270864"/>
            <a:ext cx="26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Appuyer sur la partie supérieure pour relâcher la tige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BEA0D5A-84C2-FE3E-867C-CAAC0C9B5A03}"/>
              </a:ext>
            </a:extLst>
          </p:cNvPr>
          <p:cNvSpPr txBox="1"/>
          <p:nvPr/>
        </p:nvSpPr>
        <p:spPr>
          <a:xfrm>
            <a:off x="159490" y="2009815"/>
            <a:ext cx="1009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HS60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B52832-AE37-C863-64FD-65BBB9B11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6" t="36463" r="18808" b="35314"/>
          <a:stretch/>
        </p:blipFill>
        <p:spPr>
          <a:xfrm>
            <a:off x="0" y="2045435"/>
            <a:ext cx="5825057" cy="135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31315-2F7D-4F02-F94E-28CADDFCFC7B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0" y="71040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EXTENSIONS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C59EE8-FB31-1E08-5B4C-C3229CBC5BAC}"/>
              </a:ext>
            </a:extLst>
          </p:cNvPr>
          <p:cNvSpPr txBox="1"/>
          <p:nvPr/>
        </p:nvSpPr>
        <p:spPr>
          <a:xfrm>
            <a:off x="204911" y="4141318"/>
            <a:ext cx="1377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EX15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15cm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1,5kg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208164C-D4FB-3F44-D9FF-C34929A0FA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294" b="80471" l="40364" r="55758">
                        <a14:foregroundMark x1="45455" y1="37804" x2="45455" y2="37804"/>
                        <a14:foregroundMark x1="49152" y1="36863" x2="49152" y2="36863"/>
                        <a14:foregroundMark x1="54061" y1="78353" x2="54061" y2="78353"/>
                        <a14:foregroundMark x1="48485" y1="80471" x2="48485" y2="80471"/>
                        <a14:foregroundMark x1="49576" y1="35294" x2="49576" y2="352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553" t="32832" r="42272" b="16173"/>
          <a:stretch/>
        </p:blipFill>
        <p:spPr>
          <a:xfrm>
            <a:off x="287865" y="4927601"/>
            <a:ext cx="812033" cy="166872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0ECFCF7-6FC1-77C8-333C-26CBE466B9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885" t="20917" r="50784" b="13907"/>
          <a:stretch/>
        </p:blipFill>
        <p:spPr>
          <a:xfrm>
            <a:off x="1869696" y="3750732"/>
            <a:ext cx="941954" cy="290486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5C9B47A-EC8E-645E-4373-281108EA15B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2902" b="90353" l="44364" r="52788">
                        <a14:foregroundMark x1="49212" y1="25804" x2="49212" y2="25804"/>
                        <a14:foregroundMark x1="48727" y1="27922" x2="48727" y2="27922"/>
                        <a14:foregroundMark x1="48606" y1="29098" x2="48606" y2="29098"/>
                        <a14:foregroundMark x1="47939" y1="22902" x2="47939" y2="22902"/>
                        <a14:foregroundMark x1="49212" y1="23137" x2="49212" y2="23137"/>
                        <a14:foregroundMark x1="48545" y1="87294" x2="48545" y2="87294"/>
                        <a14:foregroundMark x1="47152" y1="90353" x2="47152" y2="903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322" t="19383" r="46064" b="6790"/>
          <a:stretch/>
        </p:blipFill>
        <p:spPr>
          <a:xfrm>
            <a:off x="3622005" y="1609788"/>
            <a:ext cx="941954" cy="506306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3428A63-EC69-09DA-18ED-993E9CC9D5C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806" t="40634" r="56408" b="31688"/>
          <a:stretch/>
        </p:blipFill>
        <p:spPr>
          <a:xfrm>
            <a:off x="3946332" y="3524529"/>
            <a:ext cx="276047" cy="1233578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4DC455A-16ED-B3E4-F8C2-15D40C4E58EA}"/>
              </a:ext>
            </a:extLst>
          </p:cNvPr>
          <p:cNvSpPr txBox="1"/>
          <p:nvPr/>
        </p:nvSpPr>
        <p:spPr>
          <a:xfrm>
            <a:off x="4376426" y="1585976"/>
            <a:ext cx="17195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EX60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60cm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2,8kg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663B9E6-9757-6818-7C67-D8CFF7429B70}"/>
              </a:ext>
            </a:extLst>
          </p:cNvPr>
          <p:cNvSpPr txBox="1"/>
          <p:nvPr/>
        </p:nvSpPr>
        <p:spPr>
          <a:xfrm>
            <a:off x="1695695" y="3059668"/>
            <a:ext cx="14107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EX30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Longueur: 30cm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2kg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2147DDD-A13F-47FE-F8EE-6555FB9F01E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9" t="27297" r="32737" b="14087"/>
          <a:stretch/>
        </p:blipFill>
        <p:spPr>
          <a:xfrm>
            <a:off x="7018542" y="1609789"/>
            <a:ext cx="1939536" cy="2289352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97CE87C-1F90-E566-7CB3-B1F27D58C3E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2471" b="55608" l="2242" r="95515">
                        <a14:foregroundMark x1="15333" y1="42745" x2="15333" y2="42745"/>
                        <a14:foregroundMark x1="7152" y1="43765" x2="7152" y2="43765"/>
                        <a14:foregroundMark x1="4182" y1="48549" x2="4182" y2="48549"/>
                        <a14:foregroundMark x1="3576" y1="39137" x2="3576" y2="39137"/>
                        <a14:foregroundMark x1="2909" y1="43059" x2="2909" y2="43059"/>
                        <a14:foregroundMark x1="2303" y1="47922" x2="2303" y2="47922"/>
                        <a14:foregroundMark x1="3939" y1="40863" x2="3939" y2="40863"/>
                        <a14:foregroundMark x1="2970" y1="40863" x2="2970" y2="40863"/>
                        <a14:foregroundMark x1="2424" y1="43137" x2="2424" y2="43137"/>
                        <a14:foregroundMark x1="4364" y1="45882" x2="4364" y2="45882"/>
                        <a14:foregroundMark x1="2485" y1="40863" x2="2485" y2="40863"/>
                        <a14:foregroundMark x1="3455" y1="45882" x2="3455" y2="45882"/>
                        <a14:foregroundMark x1="2788" y1="45804" x2="2788" y2="45804"/>
                        <a14:foregroundMark x1="2424" y1="45176" x2="2424" y2="45176"/>
                        <a14:foregroundMark x1="41697" y1="44157" x2="41697" y2="44157"/>
                        <a14:foregroundMark x1="66242" y1="42118" x2="66242" y2="42118"/>
                        <a14:foregroundMark x1="95515" y1="41412" x2="95515" y2="41412"/>
                        <a14:foregroundMark x1="30970" y1="44157" x2="30970" y2="44157"/>
                        <a14:foregroundMark x1="30606" y1="44627" x2="30606" y2="44627"/>
                        <a14:foregroundMark x1="29697" y1="45569" x2="29697" y2="45569"/>
                        <a14:foregroundMark x1="29333" y1="45804" x2="24848" y2="44549"/>
                        <a14:foregroundMark x1="31455" y1="44549" x2="34606" y2="44784"/>
                        <a14:foregroundMark x1="43212" y1="44314" x2="51030" y2="44314"/>
                        <a14:foregroundMark x1="63333" y1="44627" x2="67030" y2="446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93" t="28896" r="12352" b="42250"/>
          <a:stretch/>
        </p:blipFill>
        <p:spPr>
          <a:xfrm rot="19465809">
            <a:off x="5703824" y="4112142"/>
            <a:ext cx="7513243" cy="1978801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1C7009B-7921-1727-B707-E19208CC20C5}"/>
              </a:ext>
            </a:extLst>
          </p:cNvPr>
          <p:cNvSpPr txBox="1"/>
          <p:nvPr/>
        </p:nvSpPr>
        <p:spPr>
          <a:xfrm>
            <a:off x="8475695" y="1763676"/>
            <a:ext cx="2341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Raccord FF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Permet le raccordement de 2 vérins</a:t>
            </a: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0,7kg</a:t>
            </a:r>
          </a:p>
        </p:txBody>
      </p:sp>
    </p:spTree>
    <p:extLst>
      <p:ext uri="{BB962C8B-B14F-4D97-AF65-F5344CB8AC3E}">
        <p14:creationId xmlns:p14="http://schemas.microsoft.com/office/powerpoint/2010/main" val="356148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B1A9AC-6A4C-9EBA-A203-7B0004F42C57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685004"/>
            <a:ext cx="12175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Kit </a:t>
            </a:r>
            <a:r>
              <a:rPr lang="fr-FR" sz="2800" b="1" dirty="0" err="1">
                <a:latin typeface="Conthrax Sb" panose="020B0707020201080204" pitchFamily="34" charset="0"/>
              </a:rPr>
              <a:t>DuoStab</a:t>
            </a:r>
            <a:endParaRPr lang="fr-FR" sz="2800" b="1" dirty="0">
              <a:latin typeface="Conthrax Sb" panose="020B070702020108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B92B60-1971-73D2-9991-2F18E5FE5A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55" b="82275" l="14485" r="79152">
                        <a14:foregroundMark x1="17515" y1="60549" x2="17515" y2="60549"/>
                        <a14:foregroundMark x1="14606" y1="62431" x2="14606" y2="62431"/>
                        <a14:foregroundMark x1="53030" y1="82275" x2="53030" y2="82275"/>
                        <a14:foregroundMark x1="79152" y1="53961" x2="79152" y2="53961"/>
                        <a14:foregroundMark x1="56121" y1="25333" x2="56121" y2="25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72" t="18343" r="14731" b="11684"/>
          <a:stretch/>
        </p:blipFill>
        <p:spPr>
          <a:xfrm>
            <a:off x="8856132" y="3283829"/>
            <a:ext cx="3335868" cy="24342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AC33A08-2491-F76B-7ACD-2753200995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1333" y1="89882" x2="41333" y2="89882"/>
                        <a14:foregroundMark x1="31879" y1="21725" x2="31879" y2="21725"/>
                        <a14:foregroundMark x1="31758" y1="20863" x2="31758" y2="20863"/>
                        <a14:foregroundMark x1="34182" y1="24549" x2="34182" y2="24549"/>
                        <a14:foregroundMark x1="41394" y1="19843" x2="41394" y2="19843"/>
                        <a14:foregroundMark x1="42061" y1="20863" x2="42061" y2="20863"/>
                        <a14:foregroundMark x1="42667" y1="21882" x2="42667" y2="21882"/>
                        <a14:foregroundMark x1="43212" y1="22824" x2="43212" y2="22824"/>
                        <a14:foregroundMark x1="45515" y1="26431" x2="45515" y2="26431"/>
                        <a14:foregroundMark x1="44545" y1="25098" x2="44545" y2="25098"/>
                        <a14:foregroundMark x1="43879" y1="23843" x2="43879" y2="23843"/>
                        <a14:foregroundMark x1="45818" y1="26902" x2="45818" y2="26902"/>
                        <a14:foregroundMark x1="41030" y1="19294" x2="41030" y2="19294"/>
                        <a14:foregroundMark x1="45030" y1="25647" x2="45030" y2="25647"/>
                        <a14:foregroundMark x1="39333" y1="15686" x2="39333" y2="15686"/>
                        <a14:foregroundMark x1="38909" y1="15451" x2="38909" y2="15451"/>
                        <a14:backgroundMark x1="36000" y1="18980" x2="36000" y2="18980"/>
                        <a14:backgroundMark x1="37333" y1="19137" x2="37333" y2="19137"/>
                        <a14:backgroundMark x1="35030" y1="20157" x2="35030" y2="20157"/>
                        <a14:backgroundMark x1="32182" y1="21490" x2="32182" y2="21490"/>
                        <a14:backgroundMark x1="38242" y1="19765" x2="38242" y2="19765"/>
                        <a14:backgroundMark x1="34909" y1="21255" x2="34909" y2="21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946" r="21382"/>
          <a:stretch/>
        </p:blipFill>
        <p:spPr>
          <a:xfrm>
            <a:off x="1083418" y="1010528"/>
            <a:ext cx="4077014" cy="621721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36EFCCF-E538-8062-3789-E8F2417A9E0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471" b="65647" l="24545" r="70485">
                        <a14:foregroundMark x1="70545" y1="51216" x2="70545" y2="51216"/>
                        <a14:foregroundMark x1="27273" y1="58275" x2="27273" y2="58275"/>
                        <a14:foregroundMark x1="36970" y1="65647" x2="36970" y2="65647"/>
                        <a14:backgroundMark x1="28121" y1="58275" x2="28121" y2="582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998" t="24023" r="24742" b="30121"/>
          <a:stretch/>
        </p:blipFill>
        <p:spPr>
          <a:xfrm>
            <a:off x="8849941" y="1303929"/>
            <a:ext cx="3234266" cy="204046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FD08C83-6EB7-ACAF-5BCF-F82AC1A2DE36}"/>
              </a:ext>
            </a:extLst>
          </p:cNvPr>
          <p:cNvSpPr txBox="1"/>
          <p:nvPr/>
        </p:nvSpPr>
        <p:spPr>
          <a:xfrm>
            <a:off x="5943600" y="1601146"/>
            <a:ext cx="33358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Tête </a:t>
            </a:r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DuoStab</a:t>
            </a:r>
            <a:endParaRPr lang="fr-FR" sz="1600" dirty="0">
              <a:latin typeface="Conthrax Sb" panose="020B070702020108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5,5kg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28x25x20cm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Chaque tête pivote sur 180° et est équipée d’une manille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Platine d’arrimage ultra-résistante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DC5B859-6AC0-6F12-DA8F-C3F9C27A37B6}"/>
              </a:ext>
            </a:extLst>
          </p:cNvPr>
          <p:cNvSpPr txBox="1"/>
          <p:nvPr/>
        </p:nvSpPr>
        <p:spPr>
          <a:xfrm>
            <a:off x="5943600" y="3665932"/>
            <a:ext cx="3034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Pied </a:t>
            </a:r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DuoStab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(x2)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5kg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30x30x14,5cm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Tête avec double pivot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Boucle d’ancrage rotative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55AFEC7-7F50-2CFE-7C34-9D298D0FACB7}"/>
              </a:ext>
            </a:extLst>
          </p:cNvPr>
          <p:cNvCxnSpPr>
            <a:cxnSpLocks/>
          </p:cNvCxnSpPr>
          <p:nvPr/>
        </p:nvCxnSpPr>
        <p:spPr>
          <a:xfrm flipV="1">
            <a:off x="2429933" y="5300133"/>
            <a:ext cx="1600200" cy="9821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850E725-9640-B9F4-6620-AF1C48D4EF80}"/>
              </a:ext>
            </a:extLst>
          </p:cNvPr>
          <p:cNvCxnSpPr>
            <a:cxnSpLocks/>
          </p:cNvCxnSpPr>
          <p:nvPr/>
        </p:nvCxnSpPr>
        <p:spPr>
          <a:xfrm>
            <a:off x="1481667" y="2353733"/>
            <a:ext cx="3886200" cy="558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F107FA1C-520D-E4B3-DD2C-DF5D1D0259A2}"/>
              </a:ext>
            </a:extLst>
          </p:cNvPr>
          <p:cNvCxnSpPr>
            <a:cxnSpLocks/>
          </p:cNvCxnSpPr>
          <p:nvPr/>
        </p:nvCxnSpPr>
        <p:spPr>
          <a:xfrm>
            <a:off x="2057400" y="2048933"/>
            <a:ext cx="3310467" cy="863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655B7DFB-45C1-1CBD-05BD-653B3CB4CD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t="29811" r="9525" b="52073"/>
          <a:stretch/>
        </p:blipFill>
        <p:spPr>
          <a:xfrm>
            <a:off x="5321573" y="6022692"/>
            <a:ext cx="6700821" cy="73202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74A5FA6-54BC-EB6F-B557-FA0F5CBD9397}"/>
              </a:ext>
            </a:extLst>
          </p:cNvPr>
          <p:cNvSpPr txBox="1"/>
          <p:nvPr/>
        </p:nvSpPr>
        <p:spPr>
          <a:xfrm>
            <a:off x="5443086" y="5853415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PS120 </a:t>
            </a:r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PS180 (x2)</a:t>
            </a:r>
          </a:p>
        </p:txBody>
      </p:sp>
    </p:spTree>
    <p:extLst>
      <p:ext uri="{BB962C8B-B14F-4D97-AF65-F5344CB8AC3E}">
        <p14:creationId xmlns:p14="http://schemas.microsoft.com/office/powerpoint/2010/main" val="253823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0B1B41-AA80-AE06-6226-69F1DAC601AC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4" y="685004"/>
            <a:ext cx="12183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Kit </a:t>
            </a:r>
            <a:r>
              <a:rPr lang="fr-FR" sz="2800" b="1" dirty="0" err="1">
                <a:latin typeface="Conthrax Sb" panose="020B0707020201080204" pitchFamily="34" charset="0"/>
              </a:rPr>
              <a:t>TrioStab</a:t>
            </a:r>
            <a:endParaRPr lang="fr-FR" sz="2800" b="1" dirty="0">
              <a:latin typeface="Conthrax Sb" panose="020B070702020108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B05AD7-FD5E-93C5-6C88-59715A45F1CD}"/>
              </a:ext>
            </a:extLst>
          </p:cNvPr>
          <p:cNvSpPr txBox="1"/>
          <p:nvPr/>
        </p:nvSpPr>
        <p:spPr>
          <a:xfrm>
            <a:off x="7010402" y="1619245"/>
            <a:ext cx="3335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Triangle </a:t>
            </a:r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TrioStab</a:t>
            </a:r>
            <a:endParaRPr lang="fr-FR" sz="1600" dirty="0">
              <a:latin typeface="Conthrax Sb" panose="020B070702020108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4,7kg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28x27x7,6cm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F2BAE7-4481-0E06-CCDB-ACAE7EF2A030}"/>
              </a:ext>
            </a:extLst>
          </p:cNvPr>
          <p:cNvSpPr txBox="1"/>
          <p:nvPr/>
        </p:nvSpPr>
        <p:spPr>
          <a:xfrm>
            <a:off x="6706838" y="3578956"/>
            <a:ext cx="2894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</a:t>
            </a:r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TrioStab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(x2)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6,5kg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27x24x14cm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Chaque tête pivote sur 45° et équipée d’une manille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Anneau de levage au centre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6598907-7B4A-B506-C338-DCBBC13032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12" b="92314" l="38061" r="76364">
                        <a14:foregroundMark x1="49879" y1="17412" x2="49879" y2="17412"/>
                        <a14:foregroundMark x1="55576" y1="23216" x2="55576" y2="23216"/>
                        <a14:foregroundMark x1="43636" y1="92314" x2="43636" y2="92314"/>
                        <a14:foregroundMark x1="38121" y1="78980" x2="38121" y2="78980"/>
                        <a14:foregroundMark x1="47212" y1="44627" x2="47212" y2="44627"/>
                        <a14:foregroundMark x1="55818" y1="18275" x2="55818" y2="18275"/>
                        <a14:foregroundMark x1="76364" y1="83765" x2="76364" y2="83765"/>
                        <a14:backgroundMark x1="46061" y1="48392" x2="46061" y2="483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11976" r="21476" b="4568"/>
          <a:stretch/>
        </p:blipFill>
        <p:spPr>
          <a:xfrm>
            <a:off x="2395241" y="2675488"/>
            <a:ext cx="2786359" cy="4033359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BA82612-2087-B5AB-823B-68A754260074}"/>
              </a:ext>
            </a:extLst>
          </p:cNvPr>
          <p:cNvCxnSpPr>
            <a:cxnSpLocks/>
          </p:cNvCxnSpPr>
          <p:nvPr/>
        </p:nvCxnSpPr>
        <p:spPr>
          <a:xfrm flipV="1">
            <a:off x="3056309" y="6121395"/>
            <a:ext cx="1707428" cy="3318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44A72F4-1366-CD52-7E9F-EDD3F840C549}"/>
              </a:ext>
            </a:extLst>
          </p:cNvPr>
          <p:cNvCxnSpPr>
            <a:cxnSpLocks/>
          </p:cNvCxnSpPr>
          <p:nvPr/>
        </p:nvCxnSpPr>
        <p:spPr>
          <a:xfrm>
            <a:off x="2781446" y="5850462"/>
            <a:ext cx="101600" cy="5418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E2A8962-29ED-53DC-E4B5-A18AF19C776A}"/>
              </a:ext>
            </a:extLst>
          </p:cNvPr>
          <p:cNvCxnSpPr>
            <a:cxnSpLocks/>
          </p:cNvCxnSpPr>
          <p:nvPr/>
        </p:nvCxnSpPr>
        <p:spPr>
          <a:xfrm>
            <a:off x="3092345" y="5909733"/>
            <a:ext cx="1641639" cy="2116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Image 44">
            <a:extLst>
              <a:ext uri="{FF2B5EF4-FFF2-40B4-BE49-F238E27FC236}">
                <a16:creationId xmlns:a16="http://schemas.microsoft.com/office/drawing/2014/main" id="{1BDBAB83-EBCB-2FC6-148A-8E95492C77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9333" b="75373" l="26242" r="73091">
                        <a14:foregroundMark x1="26303" y1="52314" x2="26303" y2="52314"/>
                        <a14:foregroundMark x1="51939" y1="29333" x2="51939" y2="29333"/>
                        <a14:backgroundMark x1="30364" y1="51373" x2="30364" y2="51373"/>
                        <a14:backgroundMark x1="44727" y1="70667" x2="44727" y2="70667"/>
                        <a14:backgroundMark x1="68424" y1="57725" x2="68424" y2="577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58" t="24140" r="21100" b="18868"/>
          <a:stretch/>
        </p:blipFill>
        <p:spPr>
          <a:xfrm>
            <a:off x="9720852" y="5429815"/>
            <a:ext cx="1862546" cy="1425501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D39B4D8D-1CF7-94D1-EB7E-A0E5FE42EE59}"/>
              </a:ext>
            </a:extLst>
          </p:cNvPr>
          <p:cNvSpPr txBox="1"/>
          <p:nvPr/>
        </p:nvSpPr>
        <p:spPr>
          <a:xfrm>
            <a:off x="6713069" y="5435001"/>
            <a:ext cx="28882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Pied à pivot 45°(x3)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2,6kg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20x20x11cm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Tête pivotante sur 45° et équipée d’une manille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E06B1C5-BF03-E407-E5AC-AC5A9A1F1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6902" b="72471" l="28061" r="70364">
                        <a14:foregroundMark x1="28242" y1="65647" x2="28242" y2="65647"/>
                        <a14:foregroundMark x1="39939" y1="72627" x2="39939" y2="72627"/>
                        <a14:foregroundMark x1="43576" y1="57020" x2="43576" y2="57020"/>
                        <a14:foregroundMark x1="31091" y1="60157" x2="31091" y2="60157"/>
                        <a14:foregroundMark x1="60061" y1="61176" x2="60061" y2="61176"/>
                        <a14:foregroundMark x1="43333" y1="26980" x2="43333" y2="26980"/>
                        <a14:foregroundMark x1="70364" y1="45255" x2="70364" y2="45255"/>
                        <a14:foregroundMark x1="28061" y1="50196" x2="28061" y2="50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808" t="21770" r="25997" b="23274"/>
          <a:stretch/>
        </p:blipFill>
        <p:spPr>
          <a:xfrm>
            <a:off x="9601321" y="3631611"/>
            <a:ext cx="2108378" cy="17837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B97D426-9FD1-045C-2BEC-0983C6A375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42" t="3234" r="49193" b="1214"/>
          <a:stretch/>
        </p:blipFill>
        <p:spPr>
          <a:xfrm>
            <a:off x="424688" y="2666999"/>
            <a:ext cx="873015" cy="406308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6F2B0A9-30D0-A4B2-969F-6354B1375E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7059" b="72863" l="121" r="71091">
                        <a14:foregroundMark x1="33394" y1="59294" x2="33394" y2="59294"/>
                        <a14:foregroundMark x1="41030" y1="27137" x2="41030" y2="27137"/>
                        <a14:foregroundMark x1="71091" y1="52863" x2="71091" y2="52863"/>
                        <a14:foregroundMark x1="39697" y1="72863" x2="39697" y2="72863"/>
                        <a14:foregroundMark x1="8970" y1="47922" x2="8121" y2="47922"/>
                        <a14:foregroundMark x1="121" y1="48157" x2="121" y2="481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440" t="21984" r="24720" b="22630"/>
          <a:stretch/>
        </p:blipFill>
        <p:spPr>
          <a:xfrm>
            <a:off x="9423820" y="1440167"/>
            <a:ext cx="2285879" cy="208857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D07AE67-60AD-6F08-22EB-2270F859BA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t="29811" r="9525" b="52073"/>
          <a:stretch/>
        </p:blipFill>
        <p:spPr>
          <a:xfrm>
            <a:off x="208256" y="1537035"/>
            <a:ext cx="6057078" cy="66169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00CAFCB-14A4-7679-E567-DA99B98F7FA6}"/>
              </a:ext>
            </a:extLst>
          </p:cNvPr>
          <p:cNvSpPr txBox="1"/>
          <p:nvPr/>
        </p:nvSpPr>
        <p:spPr>
          <a:xfrm>
            <a:off x="1845732" y="2034744"/>
            <a:ext cx="3335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PS120 </a:t>
            </a:r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PS180 (x3)</a:t>
            </a:r>
          </a:p>
        </p:txBody>
      </p:sp>
    </p:spTree>
    <p:extLst>
      <p:ext uri="{BB962C8B-B14F-4D97-AF65-F5344CB8AC3E}">
        <p14:creationId xmlns:p14="http://schemas.microsoft.com/office/powerpoint/2010/main" val="125718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C3A2C1-ECBE-652E-2129-AECE7136D719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500338"/>
            <a:ext cx="122038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Kit Contrefort</a:t>
            </a:r>
          </a:p>
          <a:p>
            <a:pPr algn="ctr"/>
            <a:r>
              <a:rPr lang="fr-FR" sz="2400" b="1" dirty="0">
                <a:solidFill>
                  <a:srgbClr val="92D050"/>
                </a:solidFill>
                <a:latin typeface="Conthrax Sb" panose="020B0707020201080204" pitchFamily="34" charset="0"/>
              </a:rPr>
              <a:t>Buttress Kit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7F57FE-96A1-0CC7-30C6-5C754A2175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4" t="3333" r="1632" b="3703"/>
          <a:stretch/>
        </p:blipFill>
        <p:spPr>
          <a:xfrm>
            <a:off x="16101" y="1444489"/>
            <a:ext cx="5117016" cy="539577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BE52FD-E517-9BBC-DCF7-EBCC673CF2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176" b="63608" l="9152" r="80970">
                        <a14:foregroundMark x1="13818" y1="56627" x2="13818" y2="56627"/>
                        <a14:foregroundMark x1="11818" y1="61098" x2="11818" y2="61098"/>
                        <a14:foregroundMark x1="9152" y1="57804" x2="9152" y2="57804"/>
                        <a14:foregroundMark x1="13758" y1="63686" x2="13758" y2="63686"/>
                        <a14:foregroundMark x1="13152" y1="63686" x2="13152" y2="63686"/>
                        <a14:foregroundMark x1="79091" y1="39529" x2="79091" y2="39529"/>
                        <a14:foregroundMark x1="76727" y1="34431" x2="76727" y2="34431"/>
                        <a14:foregroundMark x1="81030" y1="36784" x2="81030" y2="36784"/>
                        <a14:foregroundMark x1="71758" y1="33176" x2="71758" y2="33176"/>
                        <a14:backgroundMark x1="78242" y1="33098" x2="78242" y2="33098"/>
                        <a14:backgroundMark x1="82121" y1="36314" x2="82121" y2="363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75" t="29506" r="14607" b="32593"/>
          <a:stretch/>
        </p:blipFill>
        <p:spPr>
          <a:xfrm>
            <a:off x="5254010" y="4389328"/>
            <a:ext cx="3572934" cy="133441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7B1B90B-8ED0-99EC-DA0D-7366D443D32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8000" b="71765" l="14970" r="59636">
                        <a14:foregroundMark x1="16303" y1="61333" x2="16303" y2="61333"/>
                        <a14:foregroundMark x1="15333" y1="60627" x2="15333" y2="60627"/>
                        <a14:foregroundMark x1="15030" y1="59608" x2="15030" y2="59608"/>
                        <a14:foregroundMark x1="16667" y1="57569" x2="16667" y2="57569"/>
                        <a14:foregroundMark x1="16788" y1="57020" x2="16788" y2="57020"/>
                        <a14:foregroundMark x1="17091" y1="56627" x2="17091" y2="56627"/>
                        <a14:foregroundMark x1="59636" y1="53098" x2="59636" y2="53098"/>
                        <a14:foregroundMark x1="15152" y1="59294" x2="15152" y2="59294"/>
                        <a14:foregroundMark x1="16667" y1="56627" x2="16667" y2="56627"/>
                        <a14:foregroundMark x1="19939" y1="56157" x2="19939" y2="56157"/>
                        <a14:foregroundMark x1="19515" y1="56157" x2="19515" y2="56157"/>
                        <a14:foregroundMark x1="17636" y1="56078" x2="17636" y2="56078"/>
                        <a14:foregroundMark x1="19152" y1="56078" x2="19152" y2="56078"/>
                        <a14:foregroundMark x1="19515" y1="56078" x2="19515" y2="56078"/>
                        <a14:foregroundMark x1="18848" y1="55686" x2="18848" y2="55686"/>
                        <a14:foregroundMark x1="18485" y1="55922" x2="18485" y2="55922"/>
                        <a14:foregroundMark x1="18121" y1="55686" x2="18121" y2="55686"/>
                        <a14:backgroundMark x1="18606" y1="55686" x2="18606" y2="55686"/>
                        <a14:backgroundMark x1="18848" y1="55451" x2="18848" y2="554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54" t="45183" r="36739" b="25185"/>
          <a:stretch/>
        </p:blipFill>
        <p:spPr>
          <a:xfrm>
            <a:off x="4088141" y="1834808"/>
            <a:ext cx="928837" cy="4113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23294B-D928-C93D-E0DC-195E4A70190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1765" b="71373" l="22121" r="60970">
                        <a14:foregroundMark x1="42545" y1="31765" x2="42545" y2="317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79" t="27901" r="34163" b="23772"/>
          <a:stretch/>
        </p:blipFill>
        <p:spPr>
          <a:xfrm>
            <a:off x="6023721" y="1486967"/>
            <a:ext cx="2418922" cy="186027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A36429D2-412F-65E0-4119-03CFCC4CA2C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216" b="79216" l="12364" r="83697">
                        <a14:foregroundMark x1="12424" y1="52941" x2="12424" y2="52941"/>
                        <a14:foregroundMark x1="83697" y1="57569" x2="83697" y2="575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8" t="25270" r="9535" b="14691"/>
          <a:stretch/>
        </p:blipFill>
        <p:spPr>
          <a:xfrm>
            <a:off x="8683752" y="1433563"/>
            <a:ext cx="3492147" cy="1933897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46AE9182-9399-7CFC-E0B8-955BAE7E171D}"/>
              </a:ext>
            </a:extLst>
          </p:cNvPr>
          <p:cNvSpPr txBox="1"/>
          <p:nvPr/>
        </p:nvSpPr>
        <p:spPr>
          <a:xfrm>
            <a:off x="5347884" y="5682106"/>
            <a:ext cx="3335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Rail (x4)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146x14x7cm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CDFC1DE-4D68-4725-99DC-58219BC3A706}"/>
              </a:ext>
            </a:extLst>
          </p:cNvPr>
          <p:cNvSpPr txBox="1"/>
          <p:nvPr/>
        </p:nvSpPr>
        <p:spPr>
          <a:xfrm>
            <a:off x="8060267" y="6009268"/>
            <a:ext cx="4143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Raccord Perpendiculaire (x10)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2,2kg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23x13x7,6cm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DA30E75-D52D-52A2-F0AA-F3DD0330B7B3}"/>
              </a:ext>
            </a:extLst>
          </p:cNvPr>
          <p:cNvSpPr txBox="1"/>
          <p:nvPr/>
        </p:nvSpPr>
        <p:spPr>
          <a:xfrm>
            <a:off x="3615310" y="2240429"/>
            <a:ext cx="1844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Broche (x8)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E4E03F0-D34C-3069-7A18-8F6087035E6A}"/>
              </a:ext>
            </a:extLst>
          </p:cNvPr>
          <p:cNvSpPr txBox="1"/>
          <p:nvPr/>
        </p:nvSpPr>
        <p:spPr>
          <a:xfrm>
            <a:off x="8908638" y="3285580"/>
            <a:ext cx="357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pivot 300 (x2)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4kg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30x30x11cm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8AE1B76-08FE-E2FF-BA6C-1C4D19244421}"/>
              </a:ext>
            </a:extLst>
          </p:cNvPr>
          <p:cNvSpPr txBox="1"/>
          <p:nvPr/>
        </p:nvSpPr>
        <p:spPr>
          <a:xfrm>
            <a:off x="5903601" y="3278046"/>
            <a:ext cx="357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pour rail (x6)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1,8kg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20x12x11cm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6EDDF35-BAF0-2797-8736-D76122F753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569" b="73569" l="37758" r="89515">
                        <a14:foregroundMark x1="48545" y1="70745" x2="48545" y2="70745"/>
                        <a14:foregroundMark x1="47818" y1="73725" x2="47818" y2="73725"/>
                        <a14:foregroundMark x1="37818" y1="66196" x2="37818" y2="66196"/>
                        <a14:foregroundMark x1="54606" y1="59137" x2="54606" y2="59137"/>
                        <a14:foregroundMark x1="41879" y1="50510" x2="41879" y2="50510"/>
                        <a14:foregroundMark x1="54667" y1="23608" x2="54667" y2="23608"/>
                        <a14:foregroundMark x1="56000" y1="21569" x2="56000" y2="21569"/>
                        <a14:foregroundMark x1="70121" y1="31373" x2="70121" y2="31373"/>
                        <a14:foregroundMark x1="89515" y1="40392" x2="89515" y2="403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36" t="19877" r="26601" b="24074"/>
          <a:stretch/>
        </p:blipFill>
        <p:spPr>
          <a:xfrm rot="1710140">
            <a:off x="9324336" y="4123093"/>
            <a:ext cx="1899697" cy="212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51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9AFF-7838-6227-238E-FDFA6A842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CF7F19-81F8-1A72-8156-322F04AFE98B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84EF03-E823-5BF6-DA50-186A08624331}"/>
              </a:ext>
            </a:extLst>
          </p:cNvPr>
          <p:cNvSpPr txBox="1"/>
          <p:nvPr/>
        </p:nvSpPr>
        <p:spPr>
          <a:xfrm>
            <a:off x="8465" y="500338"/>
            <a:ext cx="122038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Kit de Tranchée</a:t>
            </a:r>
          </a:p>
          <a:p>
            <a:pPr algn="ctr"/>
            <a:r>
              <a:rPr lang="fr-FR" sz="2400" b="1" dirty="0">
                <a:solidFill>
                  <a:srgbClr val="92D050"/>
                </a:solidFill>
                <a:latin typeface="Conthrax Sb" panose="020B0707020201080204" pitchFamily="34" charset="0"/>
              </a:rPr>
              <a:t>Trench Kit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0AAD5F0-A795-7BB6-12A3-9703382ABB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176" b="63608" l="9152" r="80970">
                        <a14:foregroundMark x1="13818" y1="56627" x2="13818" y2="56627"/>
                        <a14:foregroundMark x1="11818" y1="61098" x2="11818" y2="61098"/>
                        <a14:foregroundMark x1="9152" y1="57804" x2="9152" y2="57804"/>
                        <a14:foregroundMark x1="13758" y1="63686" x2="13758" y2="63686"/>
                        <a14:foregroundMark x1="13152" y1="63686" x2="13152" y2="63686"/>
                        <a14:foregroundMark x1="79091" y1="39529" x2="79091" y2="39529"/>
                        <a14:foregroundMark x1="76727" y1="34431" x2="76727" y2="34431"/>
                        <a14:foregroundMark x1="81030" y1="36784" x2="81030" y2="36784"/>
                        <a14:foregroundMark x1="71758" y1="33176" x2="71758" y2="33176"/>
                        <a14:backgroundMark x1="78242" y1="33098" x2="78242" y2="33098"/>
                        <a14:backgroundMark x1="82121" y1="36314" x2="82121" y2="363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75" t="29506" r="14607" b="32593"/>
          <a:stretch/>
        </p:blipFill>
        <p:spPr>
          <a:xfrm>
            <a:off x="7709354" y="4389328"/>
            <a:ext cx="3572934" cy="133441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5155210-C1C8-D528-7B17-A543A3D27F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000" b="71765" l="14970" r="59636">
                        <a14:foregroundMark x1="16303" y1="61333" x2="16303" y2="61333"/>
                        <a14:foregroundMark x1="15333" y1="60627" x2="15333" y2="60627"/>
                        <a14:foregroundMark x1="15030" y1="59608" x2="15030" y2="59608"/>
                        <a14:foregroundMark x1="16667" y1="57569" x2="16667" y2="57569"/>
                        <a14:foregroundMark x1="16788" y1="57020" x2="16788" y2="57020"/>
                        <a14:foregroundMark x1="17091" y1="56627" x2="17091" y2="56627"/>
                        <a14:foregroundMark x1="59636" y1="53098" x2="59636" y2="53098"/>
                        <a14:foregroundMark x1="15152" y1="59294" x2="15152" y2="59294"/>
                        <a14:foregroundMark x1="16667" y1="56627" x2="16667" y2="56627"/>
                        <a14:foregroundMark x1="19939" y1="56157" x2="19939" y2="56157"/>
                        <a14:foregroundMark x1="19515" y1="56157" x2="19515" y2="56157"/>
                        <a14:foregroundMark x1="17636" y1="56078" x2="17636" y2="56078"/>
                        <a14:foregroundMark x1="19152" y1="56078" x2="19152" y2="56078"/>
                        <a14:foregroundMark x1="19515" y1="56078" x2="19515" y2="56078"/>
                        <a14:foregroundMark x1="18848" y1="55686" x2="18848" y2="55686"/>
                        <a14:foregroundMark x1="18485" y1="55922" x2="18485" y2="55922"/>
                        <a14:foregroundMark x1="18121" y1="55686" x2="18121" y2="55686"/>
                        <a14:backgroundMark x1="18606" y1="55686" x2="18606" y2="55686"/>
                        <a14:backgroundMark x1="18848" y1="55451" x2="18848" y2="554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54" t="45183" r="36739" b="25185"/>
          <a:stretch/>
        </p:blipFill>
        <p:spPr>
          <a:xfrm>
            <a:off x="6929951" y="1628334"/>
            <a:ext cx="928837" cy="4113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6E4A176-CC58-8BAA-F838-9E685F2951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765" b="71373" l="22121" r="60970">
                        <a14:foregroundMark x1="42545" y1="31765" x2="42545" y2="317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79" t="27901" r="34163" b="23772"/>
          <a:stretch/>
        </p:blipFill>
        <p:spPr>
          <a:xfrm>
            <a:off x="8428262" y="1486967"/>
            <a:ext cx="2418922" cy="1860273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4D15F6BE-92DE-F799-6C6F-47491EB86895}"/>
              </a:ext>
            </a:extLst>
          </p:cNvPr>
          <p:cNvSpPr txBox="1"/>
          <p:nvPr/>
        </p:nvSpPr>
        <p:spPr>
          <a:xfrm>
            <a:off x="7803228" y="5682106"/>
            <a:ext cx="3335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Rail (x4)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146x14x7cm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33DF327-47AE-E1A2-E1EA-BD06F97A75E3}"/>
              </a:ext>
            </a:extLst>
          </p:cNvPr>
          <p:cNvSpPr txBox="1"/>
          <p:nvPr/>
        </p:nvSpPr>
        <p:spPr>
          <a:xfrm>
            <a:off x="6523225" y="1981382"/>
            <a:ext cx="1844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Broche (x8)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7822401-89D7-82E2-7E97-896DD2355661}"/>
              </a:ext>
            </a:extLst>
          </p:cNvPr>
          <p:cNvSpPr txBox="1"/>
          <p:nvPr/>
        </p:nvSpPr>
        <p:spPr>
          <a:xfrm>
            <a:off x="8308142" y="3218777"/>
            <a:ext cx="357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pour rail (x16)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1,8kg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20x12x11cm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977D7DD-FF2B-F8F9-AE09-E67DA3032D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1" t="29749" r="9917" b="43132"/>
          <a:stretch/>
        </p:blipFill>
        <p:spPr>
          <a:xfrm>
            <a:off x="148538" y="5526775"/>
            <a:ext cx="6910712" cy="115885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AEBF759-641A-2B29-8C6F-5C662242FA4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885" t="20917" r="50784" b="13907"/>
          <a:stretch/>
        </p:blipFill>
        <p:spPr>
          <a:xfrm>
            <a:off x="6699065" y="2543044"/>
            <a:ext cx="707701" cy="218246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159DF79-58E8-4063-40D3-DA89364DA4BD}"/>
              </a:ext>
            </a:extLst>
          </p:cNvPr>
          <p:cNvSpPr txBox="1"/>
          <p:nvPr/>
        </p:nvSpPr>
        <p:spPr>
          <a:xfrm>
            <a:off x="1341625" y="5512829"/>
            <a:ext cx="1844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PS80 (x8)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F49B9B-4FA2-C368-A6C4-0D3EE8010805}"/>
              </a:ext>
            </a:extLst>
          </p:cNvPr>
          <p:cNvSpPr txBox="1"/>
          <p:nvPr/>
        </p:nvSpPr>
        <p:spPr>
          <a:xfrm>
            <a:off x="6392518" y="4634396"/>
            <a:ext cx="155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EX30 (x8)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AD76140-A15B-4656-1D17-2CE4655842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4" t="18648" r="11074" b="10556"/>
          <a:stretch/>
        </p:blipFill>
        <p:spPr>
          <a:xfrm>
            <a:off x="22836" y="1530082"/>
            <a:ext cx="6616169" cy="300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3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4102EB-4BF0-77EC-4D57-32FDA6086C88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678001"/>
            <a:ext cx="12183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Bases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C59EE8-FB31-1E08-5B4C-C3229CBC5BAC}"/>
              </a:ext>
            </a:extLst>
          </p:cNvPr>
          <p:cNvSpPr txBox="1"/>
          <p:nvPr/>
        </p:nvSpPr>
        <p:spPr>
          <a:xfrm>
            <a:off x="2279032" y="1656172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d’angle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15x13x10cm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654ED27-FA47-A2B1-9C56-AECD10ECC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706" b="77647" l="24485" r="60364">
                        <a14:foregroundMark x1="24485" y1="64627" x2="24485" y2="64627"/>
                        <a14:foregroundMark x1="60364" y1="53804" x2="60364" y2="53804"/>
                        <a14:foregroundMark x1="37091" y1="40784" x2="37091" y2="40784"/>
                        <a14:foregroundMark x1="47576" y1="77647" x2="47576" y2="776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90" t="36426" r="35485" b="17987"/>
          <a:stretch/>
        </p:blipFill>
        <p:spPr>
          <a:xfrm>
            <a:off x="4718841" y="2363125"/>
            <a:ext cx="2660105" cy="211879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44E3ADD-D04A-659D-DF7B-D62B2C952D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471" b="90275" l="10000" r="70485">
                        <a14:foregroundMark x1="12303" y1="50588" x2="12303" y2="50588"/>
                        <a14:foregroundMark x1="10000" y1="50353" x2="10000" y2="50353"/>
                        <a14:foregroundMark x1="38970" y1="87529" x2="38970" y2="87529"/>
                        <a14:foregroundMark x1="50667" y1="27451" x2="50667" y2="27451"/>
                        <a14:foregroundMark x1="46970" y1="24471" x2="46970" y2="24471"/>
                        <a14:foregroundMark x1="70485" y1="63216" x2="70485" y2="63216"/>
                        <a14:foregroundMark x1="36182" y1="90275" x2="36182" y2="90275"/>
                        <a14:backgroundMark x1="15273" y1="47686" x2="15273" y2="47686"/>
                        <a14:backgroundMark x1="21394" y1="59686" x2="21394" y2="59686"/>
                        <a14:backgroundMark x1="28303" y1="72549" x2="28303" y2="72549"/>
                        <a14:backgroundMark x1="34061" y1="84314" x2="34061" y2="84314"/>
                        <a14:backgroundMark x1="67758" y1="65490" x2="67758" y2="65490"/>
                        <a14:backgroundMark x1="61091" y1="53882" x2="61091" y2="53882"/>
                        <a14:backgroundMark x1="54303" y1="40706" x2="54303" y2="40706"/>
                        <a14:backgroundMark x1="48424" y1="29255" x2="48424" y2="29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59" t="21058" r="24925" b="5234"/>
          <a:stretch/>
        </p:blipFill>
        <p:spPr>
          <a:xfrm>
            <a:off x="7249063" y="2405660"/>
            <a:ext cx="4942937" cy="412703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4564D66-62F9-1DE0-89E8-C175509D715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145" b="75019" l="20227" r="602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21" t="25661" r="34722" b="19497"/>
          <a:stretch/>
        </p:blipFill>
        <p:spPr>
          <a:xfrm>
            <a:off x="8465" y="1464084"/>
            <a:ext cx="2644165" cy="223855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8B7841C-A444-DD86-F80E-212C31548DF8}"/>
              </a:ext>
            </a:extLst>
          </p:cNvPr>
          <p:cNvSpPr txBox="1"/>
          <p:nvPr/>
        </p:nvSpPr>
        <p:spPr>
          <a:xfrm>
            <a:off x="8438876" y="1654141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300x300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2,8kg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30x30x5,8cm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89ECA02-9BD4-9DAA-30F6-9F13C03521DC}"/>
              </a:ext>
            </a:extLst>
          </p:cNvPr>
          <p:cNvSpPr txBox="1"/>
          <p:nvPr/>
        </p:nvSpPr>
        <p:spPr>
          <a:xfrm>
            <a:off x="5139226" y="1658679"/>
            <a:ext cx="2740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150x150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1,1kg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15x15x5,8cm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6B7912-6359-568E-1E4E-53D67DE4BE03}"/>
              </a:ext>
            </a:extLst>
          </p:cNvPr>
          <p:cNvSpPr txBox="1"/>
          <p:nvPr/>
        </p:nvSpPr>
        <p:spPr>
          <a:xfrm>
            <a:off x="205483" y="3779568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Pivot 90°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2,5kg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20x20x11cm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9175ABA-65CB-7CC8-4810-742D4198FD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9" t="23755" r="33610" b="14608"/>
          <a:stretch/>
        </p:blipFill>
        <p:spPr>
          <a:xfrm>
            <a:off x="15855" y="4370832"/>
            <a:ext cx="3539433" cy="255134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A8060D5-1C45-F730-30EA-3A1E892345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1" t="8186" r="19479" b="19176"/>
          <a:stretch/>
        </p:blipFill>
        <p:spPr>
          <a:xfrm>
            <a:off x="4290935" y="4230096"/>
            <a:ext cx="3589150" cy="255134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73A1CAB-24C9-C8DE-06F6-565E622B0875}"/>
              </a:ext>
            </a:extLst>
          </p:cNvPr>
          <p:cNvSpPr txBox="1"/>
          <p:nvPr/>
        </p:nvSpPr>
        <p:spPr>
          <a:xfrm>
            <a:off x="2896121" y="4195066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Pivot 45°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2,6kg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20x20x11cm</a:t>
            </a:r>
          </a:p>
        </p:txBody>
      </p:sp>
    </p:spTree>
    <p:extLst>
      <p:ext uri="{BB962C8B-B14F-4D97-AF65-F5344CB8AC3E}">
        <p14:creationId xmlns:p14="http://schemas.microsoft.com/office/powerpoint/2010/main" val="342790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17A8B6-C677-9293-1C61-3C06909E19AE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500338"/>
            <a:ext cx="121835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Têtes</a:t>
            </a:r>
          </a:p>
          <a:p>
            <a:pPr algn="ctr"/>
            <a:r>
              <a:rPr lang="fr-FR" sz="2400" b="1" dirty="0">
                <a:solidFill>
                  <a:srgbClr val="92D050"/>
                </a:solidFill>
                <a:latin typeface="Conthrax Sb" panose="020B0707020201080204" pitchFamily="34" charset="0"/>
              </a:rPr>
              <a:t>Heads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D245732-82C1-195B-05C3-3B0130C5EA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902" b="81961" l="24667" r="68364">
                        <a14:foregroundMark x1="47273" y1="82039" x2="47273" y2="82039"/>
                        <a14:foregroundMark x1="24727" y1="46510" x2="24727" y2="46510"/>
                        <a14:foregroundMark x1="68364" y1="48000" x2="68364" y2="4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63" t="29135" r="26436" b="12840"/>
          <a:stretch/>
        </p:blipFill>
        <p:spPr>
          <a:xfrm>
            <a:off x="185073" y="4327692"/>
            <a:ext cx="2879861" cy="23956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19F751-4C7B-7633-8FF5-4F7FCB11A6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059" b="90353" l="32182" r="72061">
                        <a14:foregroundMark x1="51697" y1="23059" x2="51697" y2="23059"/>
                        <a14:foregroundMark x1="56121" y1="70118" x2="56121" y2="70118"/>
                        <a14:foregroundMark x1="56182" y1="67373" x2="56182" y2="67373"/>
                        <a14:foregroundMark x1="50667" y1="87529" x2="50667" y2="87529"/>
                        <a14:foregroundMark x1="53273" y1="87765" x2="53273" y2="87765"/>
                        <a14:foregroundMark x1="52182" y1="90353" x2="52182" y2="903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391" t="16543" r="22907" b="5186"/>
          <a:stretch/>
        </p:blipFill>
        <p:spPr>
          <a:xfrm>
            <a:off x="4699530" y="1368049"/>
            <a:ext cx="2546660" cy="309900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273201E-751A-6921-C487-9860DCD4E62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6118" b="83059" l="29273" r="71576">
                        <a14:foregroundMark x1="39212" y1="26196" x2="39212" y2="26196"/>
                        <a14:foregroundMark x1="29273" y1="41333" x2="29273" y2="41333"/>
                        <a14:foregroundMark x1="49879" y1="82118" x2="49879" y2="821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101" t="20816" r="23192" b="9988"/>
          <a:stretch/>
        </p:blipFill>
        <p:spPr>
          <a:xfrm>
            <a:off x="8598800" y="1397364"/>
            <a:ext cx="3054659" cy="315883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F03F917-25DD-9038-565C-62A2F5BA067A}"/>
              </a:ext>
            </a:extLst>
          </p:cNvPr>
          <p:cNvSpPr txBox="1"/>
          <p:nvPr/>
        </p:nvSpPr>
        <p:spPr>
          <a:xfrm>
            <a:off x="2443021" y="3176256"/>
            <a:ext cx="2538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Tête V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1,1kg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10x8x10,5cm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1C20C1E-83B7-8FBA-D410-E2561129CB39}"/>
              </a:ext>
            </a:extLst>
          </p:cNvPr>
          <p:cNvSpPr txBox="1"/>
          <p:nvPr/>
        </p:nvSpPr>
        <p:spPr>
          <a:xfrm>
            <a:off x="5143184" y="4331441"/>
            <a:ext cx="2612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Tête L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1,8kg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15x10x20cm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0EE9659-742E-3C89-82A8-F97874497336}"/>
              </a:ext>
            </a:extLst>
          </p:cNvPr>
          <p:cNvSpPr txBox="1"/>
          <p:nvPr/>
        </p:nvSpPr>
        <p:spPr>
          <a:xfrm>
            <a:off x="8746377" y="4327692"/>
            <a:ext cx="2759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Tête U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1,9kg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15,6x12x17,5cm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879826F-AA2B-3907-9136-EBC8EB0317BC}"/>
              </a:ext>
            </a:extLst>
          </p:cNvPr>
          <p:cNvSpPr txBox="1"/>
          <p:nvPr/>
        </p:nvSpPr>
        <p:spPr>
          <a:xfrm>
            <a:off x="2363877" y="5637726"/>
            <a:ext cx="2188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Tête Concave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Poids: 0,8kg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12x8x8cm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AEE1A8-615A-9F9F-7B04-489F5C3C7B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343" r="38227" b="28716"/>
          <a:stretch/>
        </p:blipFill>
        <p:spPr>
          <a:xfrm>
            <a:off x="-1428205" y="1646889"/>
            <a:ext cx="4378439" cy="246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77469"/>
      </p:ext>
    </p:extLst>
  </p:cSld>
  <p:clrMapOvr>
    <a:masterClrMapping/>
  </p:clrMapOvr>
</p:sld>
</file>

<file path=ppt/theme/theme1.xml><?xml version="1.0" encoding="utf-8"?>
<a:theme xmlns:a="http://schemas.openxmlformats.org/drawingml/2006/main" name="Vue">
  <a:themeElements>
    <a:clrScheme name="Vue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ue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ue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TM03457515[[fn=Vue]]</Template>
  <TotalTime>0</TotalTime>
  <Words>438</Words>
  <Application>Microsoft Office PowerPoint</Application>
  <PresentationFormat>Grand écran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Schoolbook</vt:lpstr>
      <vt:lpstr>Conthrax Sb</vt:lpstr>
      <vt:lpstr>Wingdings</vt:lpstr>
      <vt:lpstr>Wingdings 2</vt:lpstr>
      <vt:lpstr>Vue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Install</dc:creator>
  <cp:lastModifiedBy>Install</cp:lastModifiedBy>
  <cp:revision>82</cp:revision>
  <dcterms:created xsi:type="dcterms:W3CDTF">2023-06-05T07:30:10Z</dcterms:created>
  <dcterms:modified xsi:type="dcterms:W3CDTF">2025-04-15T09:30:32Z</dcterms:modified>
</cp:coreProperties>
</file>