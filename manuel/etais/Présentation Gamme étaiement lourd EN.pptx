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4" r:id="rId4"/>
    <p:sldId id="258" r:id="rId5"/>
    <p:sldId id="261" r:id="rId6"/>
    <p:sldId id="262" r:id="rId7"/>
    <p:sldId id="263" r:id="rId8"/>
    <p:sldId id="265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3032C-ECB0-4A0B-B597-AC02D96B7623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55F00-B495-4E32-ACAF-3C10C564C9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1326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AF861BA-B568-489A-B0AC-C0A6C2A392D6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73393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3645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36040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1888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13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403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4554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9662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511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7534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861BA-B568-489A-B0AC-C0A6C2A392D6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0775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AF861BA-B568-489A-B0AC-C0A6C2A392D6}" type="datetimeFigureOut">
              <a:rPr lang="fr-FR" smtClean="0"/>
              <a:t>16/06/2025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ED2B826-12E9-4F1D-9441-72AF7EBFC19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8660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microsoft.com/office/2007/relationships/hdphoto" Target="../media/hdphoto2.wdp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3.wdp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5.wdp"/><Relationship Id="rId7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07/relationships/hdphoto" Target="../media/hdphoto6.wdp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microsoft.com/office/2007/relationships/hdphoto" Target="../media/hdphoto8.wdp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9.wdp"/><Relationship Id="rId5" Type="http://schemas.openxmlformats.org/officeDocument/2006/relationships/image" Target="../media/image21.png"/><Relationship Id="rId4" Type="http://schemas.openxmlformats.org/officeDocument/2006/relationships/image" Target="../media/image20.jp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2.wdp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1.wdp"/><Relationship Id="rId11" Type="http://schemas.openxmlformats.org/officeDocument/2006/relationships/image" Target="../media/image30.png"/><Relationship Id="rId5" Type="http://schemas.openxmlformats.org/officeDocument/2006/relationships/image" Target="../media/image27.png"/><Relationship Id="rId10" Type="http://schemas.microsoft.com/office/2007/relationships/hdphoto" Target="../media/hdphoto13.wdp"/><Relationship Id="rId4" Type="http://schemas.microsoft.com/office/2007/relationships/hdphoto" Target="../media/hdphoto10.wdp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microsoft.com/office/2007/relationships/hdphoto" Target="../media/hdphoto10.wdp"/><Relationship Id="rId7" Type="http://schemas.microsoft.com/office/2007/relationships/hdphoto" Target="../media/hdphoto12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microsoft.com/office/2007/relationships/hdphoto" Target="../media/hdphoto11.wdp"/><Relationship Id="rId10" Type="http://schemas.microsoft.com/office/2007/relationships/hdphoto" Target="../media/hdphoto1.wdp"/><Relationship Id="rId4" Type="http://schemas.openxmlformats.org/officeDocument/2006/relationships/image" Target="../media/image27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microsoft.com/office/2007/relationships/hdphoto" Target="../media/hdphoto15.wdp"/><Relationship Id="rId7" Type="http://schemas.microsoft.com/office/2007/relationships/hdphoto" Target="../media/hdphoto17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microsoft.com/office/2007/relationships/hdphoto" Target="../media/hdphoto16.wdp"/><Relationship Id="rId4" Type="http://schemas.openxmlformats.org/officeDocument/2006/relationships/image" Target="../media/image39.png"/><Relationship Id="rId9" Type="http://schemas.microsoft.com/office/2007/relationships/hdphoto" Target="../media/hdphoto18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52CD2EA-FE65-33D8-0BDC-F1D5FA70CBDA}"/>
              </a:ext>
            </a:extLst>
          </p:cNvPr>
          <p:cNvSpPr txBox="1"/>
          <p:nvPr/>
        </p:nvSpPr>
        <p:spPr>
          <a:xfrm>
            <a:off x="0" y="48515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latin typeface="Conthrax Sb" panose="020B0707020201080204" pitchFamily="34" charset="0"/>
              </a:rPr>
              <a:t>HEAVY DUTY STRUTS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38E202E-9CCD-03C1-EF0A-E049A867B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375599"/>
            <a:ext cx="12192000" cy="548240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17BFFD4-436F-DE73-5C03-0064236AA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656"/>
            <a:ext cx="2133949" cy="482601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62FBCCDA-1B7C-5482-0242-871323A445A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4314" b="80863" l="34485" r="47576">
                        <a14:foregroundMark x1="42000" y1="24314" x2="42000" y2="24314"/>
                        <a14:foregroundMark x1="40061" y1="76627" x2="40061" y2="76627"/>
                        <a14:foregroundMark x1="41576" y1="79843" x2="41576" y2="79843"/>
                        <a14:foregroundMark x1="42848" y1="80706" x2="42424" y2="8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806" t="40634" r="56408" b="31688"/>
          <a:stretch/>
        </p:blipFill>
        <p:spPr>
          <a:xfrm>
            <a:off x="6816292" y="3830313"/>
            <a:ext cx="185643" cy="82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027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27">
            <a:extLst>
              <a:ext uri="{FF2B5EF4-FFF2-40B4-BE49-F238E27FC236}">
                <a16:creationId xmlns:a16="http://schemas.microsoft.com/office/drawing/2014/main" id="{711C7D6E-7C12-79B3-DD7F-506410F8C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63"/>
          <a:stretch/>
        </p:blipFill>
        <p:spPr>
          <a:xfrm>
            <a:off x="3303987" y="4139737"/>
            <a:ext cx="7279848" cy="271826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CCDE8EE-AB69-20AE-6833-35AA7A8CD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1" t="44500" r="6401" b="38863"/>
          <a:stretch/>
        </p:blipFill>
        <p:spPr>
          <a:xfrm>
            <a:off x="-50379" y="1721512"/>
            <a:ext cx="9939276" cy="9511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0E66D3-CF0A-3342-274A-49B551977FFC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433DC0-6822-4CF9-2D2F-C446968A25AE}"/>
              </a:ext>
            </a:extLst>
          </p:cNvPr>
          <p:cNvSpPr txBox="1"/>
          <p:nvPr/>
        </p:nvSpPr>
        <p:spPr>
          <a:xfrm>
            <a:off x="8465" y="683929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thrax Sb" panose="020B0707020201080204" pitchFamily="34" charset="0"/>
              </a:rPr>
              <a:t>PNEUMATIC STRUTS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E3EA7FA-0FA7-F379-2E1B-2C2822F430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569" b="95373" l="26364" r="62061">
                        <a14:foregroundMark x1="32545" y1="91765" x2="32545" y2="91765"/>
                        <a14:foregroundMark x1="31515" y1="91137" x2="31515" y2="91137"/>
                        <a14:foregroundMark x1="32303" y1="90510" x2="32303" y2="90510"/>
                        <a14:foregroundMark x1="42242" y1="92471" x2="42242" y2="92471"/>
                        <a14:foregroundMark x1="48485" y1="94353" x2="48485" y2="94353"/>
                        <a14:foregroundMark x1="52485" y1="95373" x2="52485" y2="953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933" r="33437" b="3020"/>
          <a:stretch/>
        </p:blipFill>
        <p:spPr>
          <a:xfrm>
            <a:off x="10291623" y="4329026"/>
            <a:ext cx="1514320" cy="2528974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79C59EE8-FB31-1E08-5B4C-C3229CBC5BAC}"/>
              </a:ext>
            </a:extLst>
          </p:cNvPr>
          <p:cNvSpPr txBox="1"/>
          <p:nvPr/>
        </p:nvSpPr>
        <p:spPr>
          <a:xfrm>
            <a:off x="9559101" y="1814934"/>
            <a:ext cx="2722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15,8kg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183-297cm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Stroke: 114cm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D703684-3396-2CB0-E598-B74E8CA944BB}"/>
              </a:ext>
            </a:extLst>
          </p:cNvPr>
          <p:cNvSpPr txBox="1"/>
          <p:nvPr/>
        </p:nvSpPr>
        <p:spPr>
          <a:xfrm>
            <a:off x="6793937" y="2592676"/>
            <a:ext cx="2722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11,2kg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123-199cm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Stroke: 76cm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9F05226-9135-9706-2EA5-95AF6C0BF0FC}"/>
              </a:ext>
            </a:extLst>
          </p:cNvPr>
          <p:cNvSpPr txBox="1"/>
          <p:nvPr/>
        </p:nvSpPr>
        <p:spPr>
          <a:xfrm>
            <a:off x="4438055" y="3317394"/>
            <a:ext cx="2722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8kg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83-127cm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Stroke: 44cm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7EFA049-AD74-203B-E09B-7A45DAA65D50}"/>
              </a:ext>
            </a:extLst>
          </p:cNvPr>
          <p:cNvSpPr txBox="1"/>
          <p:nvPr/>
        </p:nvSpPr>
        <p:spPr>
          <a:xfrm>
            <a:off x="2813595" y="4033442"/>
            <a:ext cx="2722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5,7kg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53-71cm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Stroke: 18cm</a:t>
            </a:r>
          </a:p>
        </p:txBody>
      </p:sp>
      <p:sp>
        <p:nvSpPr>
          <p:cNvPr id="22" name="Flèche : courbe vers la droite 21">
            <a:extLst>
              <a:ext uri="{FF2B5EF4-FFF2-40B4-BE49-F238E27FC236}">
                <a16:creationId xmlns:a16="http://schemas.microsoft.com/office/drawing/2014/main" id="{8785A734-C085-B5C3-DA4E-861C4F511348}"/>
              </a:ext>
            </a:extLst>
          </p:cNvPr>
          <p:cNvSpPr/>
          <p:nvPr/>
        </p:nvSpPr>
        <p:spPr>
          <a:xfrm rot="20948881">
            <a:off x="5693719" y="4771193"/>
            <a:ext cx="478148" cy="651943"/>
          </a:xfrm>
          <a:prstGeom prst="curvedRight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ED65C206-876A-C0FA-832C-169307FE00A3}"/>
              </a:ext>
            </a:extLst>
          </p:cNvPr>
          <p:cNvSpPr/>
          <p:nvPr/>
        </p:nvSpPr>
        <p:spPr>
          <a:xfrm>
            <a:off x="6707493" y="5721061"/>
            <a:ext cx="372534" cy="634995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lèche : haut 23">
            <a:extLst>
              <a:ext uri="{FF2B5EF4-FFF2-40B4-BE49-F238E27FC236}">
                <a16:creationId xmlns:a16="http://schemas.microsoft.com/office/drawing/2014/main" id="{D18D40B5-1408-4B2E-7005-25CB37C86C1E}"/>
              </a:ext>
            </a:extLst>
          </p:cNvPr>
          <p:cNvSpPr/>
          <p:nvPr/>
        </p:nvSpPr>
        <p:spPr>
          <a:xfrm>
            <a:off x="10767260" y="5880883"/>
            <a:ext cx="203200" cy="369332"/>
          </a:xfrm>
          <a:prstGeom prst="up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B9709D5-2252-AA6D-4C80-8B4DBFA9FADF}"/>
              </a:ext>
            </a:extLst>
          </p:cNvPr>
          <p:cNvSpPr/>
          <p:nvPr/>
        </p:nvSpPr>
        <p:spPr>
          <a:xfrm>
            <a:off x="6807190" y="5124023"/>
            <a:ext cx="567267" cy="523244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2F9B4994-F51C-0E0A-224F-DFF29C39ACB0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310684" y="5385645"/>
            <a:ext cx="1496506" cy="421676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F3F052D6-344D-9849-E4A4-D621E7D85E52}"/>
              </a:ext>
            </a:extLst>
          </p:cNvPr>
          <p:cNvSpPr txBox="1"/>
          <p:nvPr/>
        </p:nvSpPr>
        <p:spPr>
          <a:xfrm>
            <a:off x="3472474" y="5691773"/>
            <a:ext cx="1998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Possibility of cancelling automatic locking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D916FB9-168F-405A-E6B3-6C9A40E2AAEC}"/>
              </a:ext>
            </a:extLst>
          </p:cNvPr>
          <p:cNvSpPr txBox="1"/>
          <p:nvPr/>
        </p:nvSpPr>
        <p:spPr>
          <a:xfrm>
            <a:off x="9238810" y="4497493"/>
            <a:ext cx="15284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Unlocking accessories by lifting a button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274B9BB3-17A1-0648-D6E5-1504E2DB531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89" t="43890" r="23754" b="50888"/>
          <a:stretch/>
        </p:blipFill>
        <p:spPr>
          <a:xfrm>
            <a:off x="6385064" y="2084947"/>
            <a:ext cx="985176" cy="189697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6FC8B92-F115-C384-E1F3-D5735CC36A1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89" t="43890" r="23754" b="50888"/>
          <a:stretch/>
        </p:blipFill>
        <p:spPr>
          <a:xfrm>
            <a:off x="4438055" y="2837631"/>
            <a:ext cx="985176" cy="189697"/>
          </a:xfrm>
          <a:prstGeom prst="rect">
            <a:avLst/>
          </a:prstGeom>
        </p:spPr>
      </p:pic>
      <p:sp>
        <p:nvSpPr>
          <p:cNvPr id="34" name="Flèche : courbe vers le haut 33">
            <a:extLst>
              <a:ext uri="{FF2B5EF4-FFF2-40B4-BE49-F238E27FC236}">
                <a16:creationId xmlns:a16="http://schemas.microsoft.com/office/drawing/2014/main" id="{6C3FD910-2771-D035-8210-D5F090285E10}"/>
              </a:ext>
            </a:extLst>
          </p:cNvPr>
          <p:cNvSpPr/>
          <p:nvPr/>
        </p:nvSpPr>
        <p:spPr>
          <a:xfrm rot="16854999">
            <a:off x="7787013" y="5711471"/>
            <a:ext cx="863977" cy="564145"/>
          </a:xfrm>
          <a:prstGeom prst="curvedUp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016634A-DDA6-771B-BADE-D5881CB09412}"/>
              </a:ext>
            </a:extLst>
          </p:cNvPr>
          <p:cNvSpPr txBox="1"/>
          <p:nvPr/>
        </p:nvSpPr>
        <p:spPr>
          <a:xfrm>
            <a:off x="8470270" y="5653664"/>
            <a:ext cx="19981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Threaded ring to compensate for the distance between 2 positions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AE52716E-801E-0AFB-A525-BDC6716D38B8}"/>
              </a:ext>
            </a:extLst>
          </p:cNvPr>
          <p:cNvCxnSpPr>
            <a:cxnSpLocks/>
          </p:cNvCxnSpPr>
          <p:nvPr/>
        </p:nvCxnSpPr>
        <p:spPr>
          <a:xfrm flipH="1">
            <a:off x="5272424" y="5953383"/>
            <a:ext cx="1592672" cy="515476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91A35B58-4694-F436-6EA9-F5B8128768ED}"/>
              </a:ext>
            </a:extLst>
          </p:cNvPr>
          <p:cNvSpPr txBox="1"/>
          <p:nvPr/>
        </p:nvSpPr>
        <p:spPr>
          <a:xfrm>
            <a:off x="2753398" y="6270864"/>
            <a:ext cx="2619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Press the upper part to release the rod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CF3F8A2-3B14-3CA8-9C43-356A9E1E5AA7}"/>
              </a:ext>
            </a:extLst>
          </p:cNvPr>
          <p:cNvSpPr txBox="1"/>
          <p:nvPr/>
        </p:nvSpPr>
        <p:spPr>
          <a:xfrm>
            <a:off x="210224" y="3906491"/>
            <a:ext cx="907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PS50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DA14D1B-6D7F-8B3C-CE56-62A792C5B1C8}"/>
              </a:ext>
            </a:extLst>
          </p:cNvPr>
          <p:cNvSpPr txBox="1"/>
          <p:nvPr/>
        </p:nvSpPr>
        <p:spPr>
          <a:xfrm>
            <a:off x="210224" y="3203010"/>
            <a:ext cx="907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PS80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4AE007C2-7047-EEFE-483D-D876A972F31D}"/>
              </a:ext>
            </a:extLst>
          </p:cNvPr>
          <p:cNvSpPr txBox="1"/>
          <p:nvPr/>
        </p:nvSpPr>
        <p:spPr>
          <a:xfrm>
            <a:off x="190109" y="2482061"/>
            <a:ext cx="1061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PS120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798BCB17-630A-282B-BEBB-763BB6C76C4A}"/>
              </a:ext>
            </a:extLst>
          </p:cNvPr>
          <p:cNvSpPr txBox="1"/>
          <p:nvPr/>
        </p:nvSpPr>
        <p:spPr>
          <a:xfrm>
            <a:off x="159490" y="1747347"/>
            <a:ext cx="1009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PS180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64096F-F284-13F9-8632-173280B3CF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32" t="32712" r="25780" b="39065"/>
          <a:stretch/>
        </p:blipFill>
        <p:spPr>
          <a:xfrm>
            <a:off x="190110" y="4014346"/>
            <a:ext cx="2767194" cy="73030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915E428-566F-94F5-6DA8-77E8A563A3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61" t="29749" r="9917" b="43132"/>
          <a:stretch/>
        </p:blipFill>
        <p:spPr>
          <a:xfrm>
            <a:off x="199790" y="3305361"/>
            <a:ext cx="4365352" cy="73202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C424D85-65E6-C75A-9BA9-30CA0047A2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1" t="29811" r="9525" b="52073"/>
          <a:stretch/>
        </p:blipFill>
        <p:spPr>
          <a:xfrm>
            <a:off x="199789" y="2592676"/>
            <a:ext cx="6700821" cy="73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774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6C9D-93A0-06E2-4FF8-312AA5399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0B52832-AE37-C863-64FD-65BBB9B11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6" t="36463" r="18808" b="35314"/>
          <a:stretch/>
        </p:blipFill>
        <p:spPr>
          <a:xfrm>
            <a:off x="0" y="2045435"/>
            <a:ext cx="5825057" cy="135431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14ED177-7FA9-FADA-1D58-9DE6741DB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63"/>
          <a:stretch/>
        </p:blipFill>
        <p:spPr>
          <a:xfrm>
            <a:off x="3303987" y="4139737"/>
            <a:ext cx="7279848" cy="27182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D02345F-E4D2-06E6-AEE9-745B9517D26D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2F9F1FA-DC1C-B7E2-8AF6-32DCFE0D12D0}"/>
              </a:ext>
            </a:extLst>
          </p:cNvPr>
          <p:cNvSpPr txBox="1"/>
          <p:nvPr/>
        </p:nvSpPr>
        <p:spPr>
          <a:xfrm>
            <a:off x="16924" y="682642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thrax Sb" panose="020B0707020201080204" pitchFamily="34" charset="0"/>
              </a:rPr>
              <a:t>HYDRAULIC STRUT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479B841-5706-9BE2-6DF0-E1C1DB61633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569" b="95373" l="26364" r="62061">
                        <a14:foregroundMark x1="32545" y1="91765" x2="32545" y2="91765"/>
                        <a14:foregroundMark x1="31515" y1="91137" x2="31515" y2="91137"/>
                        <a14:foregroundMark x1="32303" y1="90510" x2="32303" y2="90510"/>
                        <a14:foregroundMark x1="42242" y1="92471" x2="42242" y2="92471"/>
                        <a14:foregroundMark x1="48485" y1="94353" x2="48485" y2="94353"/>
                        <a14:foregroundMark x1="52485" y1="95373" x2="52485" y2="953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933" r="33437" b="3020"/>
          <a:stretch/>
        </p:blipFill>
        <p:spPr>
          <a:xfrm>
            <a:off x="10291623" y="4329026"/>
            <a:ext cx="1514320" cy="2528974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B56AEA58-16DB-8403-3C5E-F00E69EB1D83}"/>
              </a:ext>
            </a:extLst>
          </p:cNvPr>
          <p:cNvSpPr txBox="1"/>
          <p:nvPr/>
        </p:nvSpPr>
        <p:spPr>
          <a:xfrm>
            <a:off x="5629759" y="2343126"/>
            <a:ext cx="27220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13kg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63-93cm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Stroke: 30cm</a:t>
            </a:r>
          </a:p>
        </p:txBody>
      </p:sp>
      <p:sp>
        <p:nvSpPr>
          <p:cNvPr id="22" name="Flèche : courbe vers la droite 21">
            <a:extLst>
              <a:ext uri="{FF2B5EF4-FFF2-40B4-BE49-F238E27FC236}">
                <a16:creationId xmlns:a16="http://schemas.microsoft.com/office/drawing/2014/main" id="{D21DAC30-3903-8CF8-1528-840734733DE6}"/>
              </a:ext>
            </a:extLst>
          </p:cNvPr>
          <p:cNvSpPr/>
          <p:nvPr/>
        </p:nvSpPr>
        <p:spPr>
          <a:xfrm rot="20948881">
            <a:off x="5686856" y="4771193"/>
            <a:ext cx="478148" cy="651943"/>
          </a:xfrm>
          <a:prstGeom prst="curvedRight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38288184-3BF9-9AFC-AF32-B702850F9CFE}"/>
              </a:ext>
            </a:extLst>
          </p:cNvPr>
          <p:cNvSpPr/>
          <p:nvPr/>
        </p:nvSpPr>
        <p:spPr>
          <a:xfrm>
            <a:off x="6707493" y="5731118"/>
            <a:ext cx="372534" cy="634995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lèche : haut 23">
            <a:extLst>
              <a:ext uri="{FF2B5EF4-FFF2-40B4-BE49-F238E27FC236}">
                <a16:creationId xmlns:a16="http://schemas.microsoft.com/office/drawing/2014/main" id="{052B40E7-CF84-2A82-ECCB-3D106CAF178F}"/>
              </a:ext>
            </a:extLst>
          </p:cNvPr>
          <p:cNvSpPr/>
          <p:nvPr/>
        </p:nvSpPr>
        <p:spPr>
          <a:xfrm>
            <a:off x="10767260" y="5880883"/>
            <a:ext cx="203200" cy="369332"/>
          </a:xfrm>
          <a:prstGeom prst="up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D566E91F-8F24-A143-04C7-B0E3D2986A2E}"/>
              </a:ext>
            </a:extLst>
          </p:cNvPr>
          <p:cNvSpPr/>
          <p:nvPr/>
        </p:nvSpPr>
        <p:spPr>
          <a:xfrm>
            <a:off x="6807190" y="5124023"/>
            <a:ext cx="567267" cy="523244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4DCBDC0D-4AE1-63CC-5F6A-CBCFB4F5CBE5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310684" y="5385645"/>
            <a:ext cx="1496506" cy="421676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10D4E379-2C2D-624F-9C99-FD530EB35039}"/>
              </a:ext>
            </a:extLst>
          </p:cNvPr>
          <p:cNvSpPr txBox="1"/>
          <p:nvPr/>
        </p:nvSpPr>
        <p:spPr>
          <a:xfrm>
            <a:off x="3472474" y="5691773"/>
            <a:ext cx="1998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Possibility of cancelling automatic catch-up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4E322AF-0A64-46F7-8E38-899F603B529C}"/>
              </a:ext>
            </a:extLst>
          </p:cNvPr>
          <p:cNvSpPr txBox="1"/>
          <p:nvPr/>
        </p:nvSpPr>
        <p:spPr>
          <a:xfrm>
            <a:off x="9238810" y="4497493"/>
            <a:ext cx="15284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Unlocking accessories by lifting a button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Flèche : courbe vers le haut 33">
            <a:extLst>
              <a:ext uri="{FF2B5EF4-FFF2-40B4-BE49-F238E27FC236}">
                <a16:creationId xmlns:a16="http://schemas.microsoft.com/office/drawing/2014/main" id="{D690EAC0-6FAD-658C-385F-83AC07C9B9D0}"/>
              </a:ext>
            </a:extLst>
          </p:cNvPr>
          <p:cNvSpPr/>
          <p:nvPr/>
        </p:nvSpPr>
        <p:spPr>
          <a:xfrm rot="16854999">
            <a:off x="7784305" y="5711471"/>
            <a:ext cx="863977" cy="564145"/>
          </a:xfrm>
          <a:prstGeom prst="curvedUp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89C37EA8-20BA-FDB0-71D4-732CD4435D7D}"/>
              </a:ext>
            </a:extLst>
          </p:cNvPr>
          <p:cNvSpPr txBox="1"/>
          <p:nvPr/>
        </p:nvSpPr>
        <p:spPr>
          <a:xfrm>
            <a:off x="8462611" y="5662349"/>
            <a:ext cx="19981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Threaded ring to compensate for the distance between 2 positions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A547F52-8297-F88D-6E5C-41A7F14658CC}"/>
              </a:ext>
            </a:extLst>
          </p:cNvPr>
          <p:cNvCxnSpPr>
            <a:cxnSpLocks/>
          </p:cNvCxnSpPr>
          <p:nvPr/>
        </p:nvCxnSpPr>
        <p:spPr>
          <a:xfrm flipH="1">
            <a:off x="5272424" y="6002867"/>
            <a:ext cx="1619443" cy="465992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6ECDCB64-3F2A-188C-3FC9-7D5FB2C62F60}"/>
              </a:ext>
            </a:extLst>
          </p:cNvPr>
          <p:cNvSpPr txBox="1"/>
          <p:nvPr/>
        </p:nvSpPr>
        <p:spPr>
          <a:xfrm>
            <a:off x="2753398" y="6270864"/>
            <a:ext cx="2619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Press the upper part to release the rod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FBEA0D5A-84C2-FE3E-867C-CAAC0C9B5A03}"/>
              </a:ext>
            </a:extLst>
          </p:cNvPr>
          <p:cNvSpPr txBox="1"/>
          <p:nvPr/>
        </p:nvSpPr>
        <p:spPr>
          <a:xfrm>
            <a:off x="159490" y="2009815"/>
            <a:ext cx="1009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HS60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1AC0F78-0DE9-0F20-CFB3-F24DBE6E5AEB}"/>
              </a:ext>
            </a:extLst>
          </p:cNvPr>
          <p:cNvSpPr txBox="1"/>
          <p:nvPr/>
        </p:nvSpPr>
        <p:spPr>
          <a:xfrm>
            <a:off x="159490" y="3127592"/>
            <a:ext cx="316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be used as a jack to lift the load</a:t>
            </a:r>
            <a:endParaRPr lang="fr-FR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76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A31315-2F7D-4F02-F94E-28CADDFCFC7B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433DC0-6822-4CF9-2D2F-C446968A25AE}"/>
              </a:ext>
            </a:extLst>
          </p:cNvPr>
          <p:cNvSpPr txBox="1"/>
          <p:nvPr/>
        </p:nvSpPr>
        <p:spPr>
          <a:xfrm>
            <a:off x="0" y="71040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thrax Sb" panose="020B0707020201080204" pitchFamily="34" charset="0"/>
              </a:rPr>
              <a:t>EXTENSIONS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9C59EE8-FB31-1E08-5B4C-C3229CBC5BAC}"/>
              </a:ext>
            </a:extLst>
          </p:cNvPr>
          <p:cNvSpPr txBox="1"/>
          <p:nvPr/>
        </p:nvSpPr>
        <p:spPr>
          <a:xfrm>
            <a:off x="376340" y="3914611"/>
            <a:ext cx="13779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EX30</a:t>
            </a:r>
          </a:p>
          <a:p>
            <a:r>
              <a:rPr lang="fr-F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30cm</a:t>
            </a:r>
          </a:p>
          <a:p>
            <a:r>
              <a:rPr lang="fr-F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2kg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4DC455A-16ED-B3E4-F8C2-15D40C4E58EA}"/>
              </a:ext>
            </a:extLst>
          </p:cNvPr>
          <p:cNvSpPr txBox="1"/>
          <p:nvPr/>
        </p:nvSpPr>
        <p:spPr>
          <a:xfrm>
            <a:off x="3710605" y="1563088"/>
            <a:ext cx="17195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EX90</a:t>
            </a:r>
          </a:p>
          <a:p>
            <a:r>
              <a:rPr lang="fr-F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90cm</a:t>
            </a:r>
          </a:p>
          <a:p>
            <a:r>
              <a:rPr lang="fr-F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3,7kg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663B9E6-9757-6818-7C67-D8CFF7429B70}"/>
              </a:ext>
            </a:extLst>
          </p:cNvPr>
          <p:cNvSpPr txBox="1"/>
          <p:nvPr/>
        </p:nvSpPr>
        <p:spPr>
          <a:xfrm>
            <a:off x="1702079" y="2225415"/>
            <a:ext cx="14107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EX60</a:t>
            </a:r>
          </a:p>
          <a:p>
            <a:r>
              <a:rPr lang="fr-F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60cm</a:t>
            </a:r>
          </a:p>
          <a:p>
            <a:r>
              <a:rPr lang="fr-F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2,8kg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2147DDD-A13F-47FE-F8EE-6555FB9F01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89" t="27297" r="32737" b="14087"/>
          <a:stretch/>
        </p:blipFill>
        <p:spPr>
          <a:xfrm>
            <a:off x="6200870" y="1874594"/>
            <a:ext cx="1939536" cy="2289352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397CE87C-1F90-E566-7CB3-B1F27D58C3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2471" b="55608" l="2242" r="95515">
                        <a14:foregroundMark x1="15333" y1="42745" x2="15333" y2="42745"/>
                        <a14:foregroundMark x1="7152" y1="43765" x2="7152" y2="43765"/>
                        <a14:foregroundMark x1="4182" y1="48549" x2="4182" y2="48549"/>
                        <a14:foregroundMark x1="3576" y1="39137" x2="3576" y2="39137"/>
                        <a14:foregroundMark x1="2909" y1="43059" x2="2909" y2="43059"/>
                        <a14:foregroundMark x1="2303" y1="47922" x2="2303" y2="47922"/>
                        <a14:foregroundMark x1="3939" y1="40863" x2="3939" y2="40863"/>
                        <a14:foregroundMark x1="2970" y1="40863" x2="2970" y2="40863"/>
                        <a14:foregroundMark x1="2424" y1="43137" x2="2424" y2="43137"/>
                        <a14:foregroundMark x1="4364" y1="45882" x2="4364" y2="45882"/>
                        <a14:foregroundMark x1="2485" y1="40863" x2="2485" y2="40863"/>
                        <a14:foregroundMark x1="3455" y1="45882" x2="3455" y2="45882"/>
                        <a14:foregroundMark x1="2788" y1="45804" x2="2788" y2="45804"/>
                        <a14:foregroundMark x1="2424" y1="45176" x2="2424" y2="45176"/>
                        <a14:foregroundMark x1="41697" y1="44157" x2="41697" y2="44157"/>
                        <a14:foregroundMark x1="66242" y1="42118" x2="66242" y2="42118"/>
                        <a14:foregroundMark x1="95515" y1="41412" x2="95515" y2="41412"/>
                        <a14:foregroundMark x1="30970" y1="44157" x2="30970" y2="44157"/>
                        <a14:foregroundMark x1="30606" y1="44627" x2="30606" y2="44627"/>
                        <a14:foregroundMark x1="29697" y1="45569" x2="29697" y2="45569"/>
                        <a14:foregroundMark x1="29333" y1="45804" x2="24848" y2="44549"/>
                        <a14:foregroundMark x1="31455" y1="44549" x2="34606" y2="44784"/>
                        <a14:foregroundMark x1="43212" y1="44314" x2="51030" y2="44314"/>
                        <a14:foregroundMark x1="63333" y1="44627" x2="67030" y2="4462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93" t="28896" r="12352" b="42250"/>
          <a:stretch/>
        </p:blipFill>
        <p:spPr>
          <a:xfrm rot="19465809">
            <a:off x="5703824" y="4112142"/>
            <a:ext cx="7513243" cy="1978801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91C7009B-7921-1727-B707-E19208CC20C5}"/>
              </a:ext>
            </a:extLst>
          </p:cNvPr>
          <p:cNvSpPr txBox="1"/>
          <p:nvPr/>
        </p:nvSpPr>
        <p:spPr>
          <a:xfrm>
            <a:off x="7654428" y="1826486"/>
            <a:ext cx="23411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FF </a:t>
            </a:r>
            <a:r>
              <a:rPr lang="fr-FR" sz="1400" dirty="0" err="1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coupling</a:t>
            </a:r>
            <a:endParaRPr lang="fr-FR" sz="1400" dirty="0">
              <a:latin typeface="Conthrax Sb" panose="020B070702020108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fr-F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connecting</a:t>
            </a: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fr-F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struts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0,7kg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5ECA306-DB58-0205-A311-5677F6FABF4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4314" b="80863" l="34485" r="47576">
                        <a14:foregroundMark x1="42000" y1="24314" x2="42000" y2="24314"/>
                        <a14:foregroundMark x1="40061" y1="76627" x2="40061" y2="76627"/>
                        <a14:foregroundMark x1="41576" y1="79843" x2="41576" y2="79843"/>
                        <a14:foregroundMark x1="42848" y1="80706" x2="42424" y2="8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885" t="20917" r="50784" b="13907"/>
          <a:stretch/>
        </p:blipFill>
        <p:spPr>
          <a:xfrm>
            <a:off x="379562" y="4692375"/>
            <a:ext cx="653186" cy="201434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22DA8EA-A9F3-4BFB-20D1-CED941BEC60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2902" b="90353" l="44364" r="52788">
                        <a14:foregroundMark x1="49212" y1="25804" x2="49212" y2="25804"/>
                        <a14:foregroundMark x1="48727" y1="27922" x2="48727" y2="27922"/>
                        <a14:foregroundMark x1="48606" y1="29098" x2="48606" y2="29098"/>
                        <a14:foregroundMark x1="47939" y1="22902" x2="47939" y2="22902"/>
                        <a14:foregroundMark x1="49212" y1="23137" x2="49212" y2="23137"/>
                        <a14:foregroundMark x1="48545" y1="87294" x2="48545" y2="87294"/>
                        <a14:foregroundMark x1="47152" y1="90353" x2="47152" y2="903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3322" t="19383" r="46064" b="6790"/>
          <a:stretch/>
        </p:blipFill>
        <p:spPr>
          <a:xfrm>
            <a:off x="1702079" y="2964079"/>
            <a:ext cx="704173" cy="378497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BC6F53F-35C1-11E0-AD0B-F0C8A59D891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4314" b="80863" l="34485" r="47576">
                        <a14:foregroundMark x1="42000" y1="24314" x2="42000" y2="24314"/>
                        <a14:foregroundMark x1="40061" y1="76627" x2="40061" y2="76627"/>
                        <a14:foregroundMark x1="41576" y1="79843" x2="41576" y2="79843"/>
                        <a14:foregroundMark x1="42848" y1="80706" x2="42424" y2="8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806" t="40634" r="56408" b="31688"/>
          <a:stretch/>
        </p:blipFill>
        <p:spPr>
          <a:xfrm>
            <a:off x="1925096" y="4355993"/>
            <a:ext cx="229124" cy="102389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E404842-7B3B-F05A-12A8-449055F09F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0530" r="40289" b="11527"/>
          <a:stretch>
            <a:fillRect/>
          </a:stretch>
        </p:blipFill>
        <p:spPr>
          <a:xfrm>
            <a:off x="2573051" y="1233626"/>
            <a:ext cx="1570039" cy="566671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72C3C20-45C2-ADDA-3417-0A7056B461E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4314" b="80863" l="34485" r="47576">
                        <a14:foregroundMark x1="42000" y1="24314" x2="42000" y2="24314"/>
                        <a14:foregroundMark x1="40061" y1="76627" x2="40061" y2="76627"/>
                        <a14:foregroundMark x1="41576" y1="79843" x2="41576" y2="79843"/>
                        <a14:foregroundMark x1="42848" y1="80706" x2="42424" y2="8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806" t="40634" r="56408" b="31688"/>
          <a:stretch/>
        </p:blipFill>
        <p:spPr>
          <a:xfrm>
            <a:off x="3277224" y="3585210"/>
            <a:ext cx="229124" cy="102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87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B1A9AC-6A4C-9EBA-A203-7B0004F42C57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433DC0-6822-4CF9-2D2F-C446968A25AE}"/>
              </a:ext>
            </a:extLst>
          </p:cNvPr>
          <p:cNvSpPr txBox="1"/>
          <p:nvPr/>
        </p:nvSpPr>
        <p:spPr>
          <a:xfrm>
            <a:off x="8465" y="685004"/>
            <a:ext cx="12175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 err="1">
                <a:latin typeface="Conthrax Sb" panose="020B0707020201080204" pitchFamily="34" charset="0"/>
              </a:rPr>
              <a:t>DuoStab</a:t>
            </a:r>
            <a:r>
              <a:rPr lang="fr-FR" sz="2800" b="1" dirty="0">
                <a:latin typeface="Conthrax Sb" panose="020B0707020201080204" pitchFamily="34" charset="0"/>
              </a:rPr>
              <a:t> Kit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3B92B60-1971-73D2-9991-2F18E5FE5A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5255" b="82275" l="14485" r="79152">
                        <a14:foregroundMark x1="17515" y1="60549" x2="17515" y2="60549"/>
                        <a14:foregroundMark x1="14606" y1="62431" x2="14606" y2="62431"/>
                        <a14:foregroundMark x1="53030" y1="82275" x2="53030" y2="82275"/>
                        <a14:foregroundMark x1="79152" y1="53961" x2="79152" y2="53961"/>
                        <a14:foregroundMark x1="56121" y1="25333" x2="56121" y2="25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172" t="18343" r="14731" b="11684"/>
          <a:stretch/>
        </p:blipFill>
        <p:spPr>
          <a:xfrm>
            <a:off x="8856132" y="3283829"/>
            <a:ext cx="3335868" cy="243426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AC33A08-2491-F76B-7ACD-27532009952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1333" y1="89882" x2="41333" y2="89882"/>
                        <a14:foregroundMark x1="31879" y1="21725" x2="31879" y2="21725"/>
                        <a14:foregroundMark x1="31758" y1="20863" x2="31758" y2="20863"/>
                        <a14:foregroundMark x1="34182" y1="24549" x2="34182" y2="24549"/>
                        <a14:foregroundMark x1="41394" y1="19843" x2="41394" y2="19843"/>
                        <a14:foregroundMark x1="42061" y1="20863" x2="42061" y2="20863"/>
                        <a14:foregroundMark x1="42667" y1="21882" x2="42667" y2="21882"/>
                        <a14:foregroundMark x1="43212" y1="22824" x2="43212" y2="22824"/>
                        <a14:foregroundMark x1="45515" y1="26431" x2="45515" y2="26431"/>
                        <a14:foregroundMark x1="44545" y1="25098" x2="44545" y2="25098"/>
                        <a14:foregroundMark x1="43879" y1="23843" x2="43879" y2="23843"/>
                        <a14:foregroundMark x1="45818" y1="26902" x2="45818" y2="26902"/>
                        <a14:foregroundMark x1="41030" y1="19294" x2="41030" y2="19294"/>
                        <a14:foregroundMark x1="45030" y1="25647" x2="45030" y2="25647"/>
                        <a14:foregroundMark x1="39333" y1="15686" x2="39333" y2="15686"/>
                        <a14:foregroundMark x1="38909" y1="15451" x2="38909" y2="15451"/>
                        <a14:backgroundMark x1="36000" y1="18980" x2="36000" y2="18980"/>
                        <a14:backgroundMark x1="37333" y1="19137" x2="37333" y2="19137"/>
                        <a14:backgroundMark x1="35030" y1="20157" x2="35030" y2="20157"/>
                        <a14:backgroundMark x1="32182" y1="21490" x2="32182" y2="21490"/>
                        <a14:backgroundMark x1="38242" y1="19765" x2="38242" y2="19765"/>
                        <a14:backgroundMark x1="34909" y1="21255" x2="34909" y2="212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946" r="21382"/>
          <a:stretch/>
        </p:blipFill>
        <p:spPr>
          <a:xfrm>
            <a:off x="1083418" y="1010528"/>
            <a:ext cx="4077014" cy="621721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36EFCCF-E538-8062-3789-E8F2417A9E0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8471" b="65647" l="24545" r="70485">
                        <a14:foregroundMark x1="70545" y1="51216" x2="70545" y2="51216"/>
                        <a14:foregroundMark x1="27273" y1="58275" x2="27273" y2="58275"/>
                        <a14:foregroundMark x1="36970" y1="65647" x2="36970" y2="65647"/>
                        <a14:backgroundMark x1="28121" y1="58275" x2="28121" y2="582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998" t="24023" r="24742" b="30121"/>
          <a:stretch/>
        </p:blipFill>
        <p:spPr>
          <a:xfrm>
            <a:off x="8849941" y="1303929"/>
            <a:ext cx="3234266" cy="2040466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7FD08C83-6EB7-ACAF-5BCF-F82AC1A2DE36}"/>
              </a:ext>
            </a:extLst>
          </p:cNvPr>
          <p:cNvSpPr txBox="1"/>
          <p:nvPr/>
        </p:nvSpPr>
        <p:spPr>
          <a:xfrm>
            <a:off x="5943600" y="1601146"/>
            <a:ext cx="33358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DuoStab</a:t>
            </a:r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Head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5,5kg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28x25x20cm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head pivots through 180° and is fitted with a shackle.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Heavy-</a:t>
            </a: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duty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lashing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plate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DC5B859-6AC0-6F12-DA8F-C3F9C27A37B6}"/>
              </a:ext>
            </a:extLst>
          </p:cNvPr>
          <p:cNvSpPr txBox="1"/>
          <p:nvPr/>
        </p:nvSpPr>
        <p:spPr>
          <a:xfrm>
            <a:off x="5943600" y="3665932"/>
            <a:ext cx="30349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DuoStab</a:t>
            </a:r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 (x2)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5kg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30x30x14,5cm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 </a:t>
            </a: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double pivot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Rotating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anchor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loop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55AFEC7-7F50-2CFE-7C34-9D298D0FACB7}"/>
              </a:ext>
            </a:extLst>
          </p:cNvPr>
          <p:cNvCxnSpPr>
            <a:cxnSpLocks/>
          </p:cNvCxnSpPr>
          <p:nvPr/>
        </p:nvCxnSpPr>
        <p:spPr>
          <a:xfrm flipV="1">
            <a:off x="2429933" y="5300133"/>
            <a:ext cx="1600200" cy="9821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6850E725-9640-B9F4-6620-AF1C48D4EF80}"/>
              </a:ext>
            </a:extLst>
          </p:cNvPr>
          <p:cNvCxnSpPr>
            <a:cxnSpLocks/>
          </p:cNvCxnSpPr>
          <p:nvPr/>
        </p:nvCxnSpPr>
        <p:spPr>
          <a:xfrm>
            <a:off x="1481667" y="2353733"/>
            <a:ext cx="3886200" cy="558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F107FA1C-520D-E4B3-DD2C-DF5D1D0259A2}"/>
              </a:ext>
            </a:extLst>
          </p:cNvPr>
          <p:cNvCxnSpPr>
            <a:cxnSpLocks/>
          </p:cNvCxnSpPr>
          <p:nvPr/>
        </p:nvCxnSpPr>
        <p:spPr>
          <a:xfrm>
            <a:off x="2057400" y="2048933"/>
            <a:ext cx="3310467" cy="8636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">
            <a:extLst>
              <a:ext uri="{FF2B5EF4-FFF2-40B4-BE49-F238E27FC236}">
                <a16:creationId xmlns:a16="http://schemas.microsoft.com/office/drawing/2014/main" id="{655B7DFB-45C1-1CBD-05BD-653B3CB4CD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1" t="29811" r="9525" b="52073"/>
          <a:stretch/>
        </p:blipFill>
        <p:spPr>
          <a:xfrm>
            <a:off x="5321573" y="6022692"/>
            <a:ext cx="6700821" cy="73202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74A5FA6-54BC-EB6F-B557-FA0F5CBD9397}"/>
              </a:ext>
            </a:extLst>
          </p:cNvPr>
          <p:cNvSpPr txBox="1"/>
          <p:nvPr/>
        </p:nvSpPr>
        <p:spPr>
          <a:xfrm>
            <a:off x="5443086" y="5853415"/>
            <a:ext cx="312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PS120 </a:t>
            </a:r>
            <a:r>
              <a:rPr lang="fr-FR" sz="14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PS180 (x2)</a:t>
            </a:r>
          </a:p>
        </p:txBody>
      </p:sp>
    </p:spTree>
    <p:extLst>
      <p:ext uri="{BB962C8B-B14F-4D97-AF65-F5344CB8AC3E}">
        <p14:creationId xmlns:p14="http://schemas.microsoft.com/office/powerpoint/2010/main" val="2538232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0B1B41-AA80-AE06-6226-69F1DAC601AC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433DC0-6822-4CF9-2D2F-C446968A25AE}"/>
              </a:ext>
            </a:extLst>
          </p:cNvPr>
          <p:cNvSpPr txBox="1"/>
          <p:nvPr/>
        </p:nvSpPr>
        <p:spPr>
          <a:xfrm>
            <a:off x="8464" y="685004"/>
            <a:ext cx="12183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 err="1">
                <a:latin typeface="Conthrax Sb" panose="020B0707020201080204" pitchFamily="34" charset="0"/>
              </a:rPr>
              <a:t>TrioStab</a:t>
            </a:r>
            <a:r>
              <a:rPr lang="fr-FR" sz="2800" b="1" dirty="0">
                <a:latin typeface="Conthrax Sb" panose="020B0707020201080204" pitchFamily="34" charset="0"/>
              </a:rPr>
              <a:t> Kit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4B05AD7-FD5E-93C5-6C88-59715A45F1CD}"/>
              </a:ext>
            </a:extLst>
          </p:cNvPr>
          <p:cNvSpPr txBox="1"/>
          <p:nvPr/>
        </p:nvSpPr>
        <p:spPr>
          <a:xfrm>
            <a:off x="7010402" y="1619245"/>
            <a:ext cx="3335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TrioStab</a:t>
            </a:r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dirty="0" err="1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Brid</a:t>
            </a:r>
            <a:endParaRPr lang="fr-FR" sz="1600" dirty="0">
              <a:latin typeface="Conthrax Sb" panose="020B070702020108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4,7kg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28x27x7,6cm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F2BAE7-4481-0E06-CCDB-ACAE7EF2A030}"/>
              </a:ext>
            </a:extLst>
          </p:cNvPr>
          <p:cNvSpPr txBox="1"/>
          <p:nvPr/>
        </p:nvSpPr>
        <p:spPr>
          <a:xfrm>
            <a:off x="6706838" y="3578956"/>
            <a:ext cx="28944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TrioStab</a:t>
            </a:r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 (x2)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6,5kg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27x24x14cm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head pivots through 45° and is fitted with a shackle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 lifting ring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6598907-7B4A-B506-C338-DCBBC13032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12" b="92314" l="38061" r="76364">
                        <a14:foregroundMark x1="49879" y1="17412" x2="49879" y2="17412"/>
                        <a14:foregroundMark x1="55576" y1="23216" x2="55576" y2="23216"/>
                        <a14:foregroundMark x1="43636" y1="92314" x2="43636" y2="92314"/>
                        <a14:foregroundMark x1="38121" y1="78980" x2="38121" y2="78980"/>
                        <a14:foregroundMark x1="47212" y1="44627" x2="47212" y2="44627"/>
                        <a14:foregroundMark x1="55818" y1="18275" x2="55818" y2="18275"/>
                        <a14:foregroundMark x1="76364" y1="83765" x2="76364" y2="83765"/>
                        <a14:backgroundMark x1="46061" y1="48392" x2="46061" y2="483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973" t="11976" r="21476" b="4568"/>
          <a:stretch/>
        </p:blipFill>
        <p:spPr>
          <a:xfrm>
            <a:off x="2416587" y="2666999"/>
            <a:ext cx="2786359" cy="4033359"/>
          </a:xfrm>
          <a:prstGeom prst="rect">
            <a:avLst/>
          </a:prstGeom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BBA82612-2087-B5AB-823B-68A754260074}"/>
              </a:ext>
            </a:extLst>
          </p:cNvPr>
          <p:cNvCxnSpPr>
            <a:cxnSpLocks/>
          </p:cNvCxnSpPr>
          <p:nvPr/>
        </p:nvCxnSpPr>
        <p:spPr>
          <a:xfrm flipV="1">
            <a:off x="3056309" y="6121395"/>
            <a:ext cx="1707428" cy="3318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F44A72F4-1366-CD52-7E9F-EDD3F840C549}"/>
              </a:ext>
            </a:extLst>
          </p:cNvPr>
          <p:cNvCxnSpPr>
            <a:cxnSpLocks/>
          </p:cNvCxnSpPr>
          <p:nvPr/>
        </p:nvCxnSpPr>
        <p:spPr>
          <a:xfrm>
            <a:off x="2781446" y="5850462"/>
            <a:ext cx="101600" cy="5418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DE2A8962-29ED-53DC-E4B5-A18AF19C776A}"/>
              </a:ext>
            </a:extLst>
          </p:cNvPr>
          <p:cNvCxnSpPr>
            <a:cxnSpLocks/>
          </p:cNvCxnSpPr>
          <p:nvPr/>
        </p:nvCxnSpPr>
        <p:spPr>
          <a:xfrm>
            <a:off x="3092345" y="5909733"/>
            <a:ext cx="1641639" cy="2116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D39B4D8D-1CF7-94D1-EB7E-A0E5FE42EE59}"/>
              </a:ext>
            </a:extLst>
          </p:cNvPr>
          <p:cNvSpPr txBox="1"/>
          <p:nvPr/>
        </p:nvSpPr>
        <p:spPr>
          <a:xfrm>
            <a:off x="6713069" y="5435001"/>
            <a:ext cx="33029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45° Pivot Base(x3)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2,6kg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20x20x11cm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45° swivel head fitted with a shackle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B97D426-9FD1-045C-2BEC-0983C6A375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42" t="3234" r="49193" b="1214"/>
          <a:stretch/>
        </p:blipFill>
        <p:spPr>
          <a:xfrm>
            <a:off x="424688" y="2666999"/>
            <a:ext cx="873015" cy="406308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6F2B0A9-30D0-A4B2-969F-6354B1375E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7059" b="72863" l="121" r="71091">
                        <a14:foregroundMark x1="33394" y1="59294" x2="33394" y2="59294"/>
                        <a14:foregroundMark x1="41030" y1="27137" x2="41030" y2="27137"/>
                        <a14:foregroundMark x1="71091" y1="52863" x2="71091" y2="52863"/>
                        <a14:foregroundMark x1="39697" y1="72863" x2="39697" y2="72863"/>
                        <a14:foregroundMark x1="8970" y1="47922" x2="8121" y2="47922"/>
                        <a14:foregroundMark x1="121" y1="48157" x2="121" y2="481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440" t="21984" r="24720" b="22630"/>
          <a:stretch/>
        </p:blipFill>
        <p:spPr>
          <a:xfrm>
            <a:off x="9423820" y="1440167"/>
            <a:ext cx="2285879" cy="208857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1D07AE67-60AD-6F08-22EB-2270F859BA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01" t="29811" r="9525" b="52073"/>
          <a:stretch/>
        </p:blipFill>
        <p:spPr>
          <a:xfrm>
            <a:off x="208256" y="1537035"/>
            <a:ext cx="6057078" cy="661699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500CAFCB-14A4-7679-E567-DA99B98F7FA6}"/>
              </a:ext>
            </a:extLst>
          </p:cNvPr>
          <p:cNvSpPr txBox="1"/>
          <p:nvPr/>
        </p:nvSpPr>
        <p:spPr>
          <a:xfrm>
            <a:off x="1845732" y="2034744"/>
            <a:ext cx="3335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PS120 </a:t>
            </a:r>
            <a:r>
              <a:rPr lang="fr-FR" sz="14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PS180 (x3)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E994983-C535-4D28-6997-25006E10B1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85" r="12779" b="12176"/>
          <a:stretch>
            <a:fillRect/>
          </a:stretch>
        </p:blipFill>
        <p:spPr>
          <a:xfrm>
            <a:off x="9853979" y="5255126"/>
            <a:ext cx="1913333" cy="157959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4B4C767-6842-62EC-61D3-AB85F2A0C4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62" t="23854" r="30314"/>
          <a:stretch>
            <a:fillRect/>
          </a:stretch>
        </p:blipFill>
        <p:spPr>
          <a:xfrm>
            <a:off x="9620604" y="3450027"/>
            <a:ext cx="2394135" cy="206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18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C3A2C1-ECBE-652E-2129-AECE7136D719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433DC0-6822-4CF9-2D2F-C446968A25AE}"/>
              </a:ext>
            </a:extLst>
          </p:cNvPr>
          <p:cNvSpPr txBox="1"/>
          <p:nvPr/>
        </p:nvSpPr>
        <p:spPr>
          <a:xfrm>
            <a:off x="-1" y="685004"/>
            <a:ext cx="12203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 err="1">
                <a:latin typeface="Conthrax Sb" panose="020B0707020201080204" pitchFamily="34" charset="0"/>
              </a:rPr>
              <a:t>Buttress</a:t>
            </a:r>
            <a:r>
              <a:rPr lang="fr-FR" sz="2800" b="1" dirty="0">
                <a:latin typeface="Conthrax Sb" panose="020B0707020201080204" pitchFamily="34" charset="0"/>
              </a:rPr>
              <a:t> Kit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C7F57FE-96A1-0CC7-30C6-5C754A2175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44" t="3333" r="1632" b="3703"/>
          <a:stretch/>
        </p:blipFill>
        <p:spPr>
          <a:xfrm>
            <a:off x="8465" y="1462224"/>
            <a:ext cx="5117016" cy="539577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1BE52FD-E517-9BBC-DCF7-EBCC673CF2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176" b="63608" l="9152" r="80970">
                        <a14:foregroundMark x1="13818" y1="56627" x2="13818" y2="56627"/>
                        <a14:foregroundMark x1="11818" y1="61098" x2="11818" y2="61098"/>
                        <a14:foregroundMark x1="9152" y1="57804" x2="9152" y2="57804"/>
                        <a14:foregroundMark x1="13758" y1="63686" x2="13758" y2="63686"/>
                        <a14:foregroundMark x1="13152" y1="63686" x2="13152" y2="63686"/>
                        <a14:foregroundMark x1="79091" y1="39529" x2="79091" y2="39529"/>
                        <a14:foregroundMark x1="76727" y1="34431" x2="76727" y2="34431"/>
                        <a14:foregroundMark x1="81030" y1="36784" x2="81030" y2="36784"/>
                        <a14:foregroundMark x1="71758" y1="33176" x2="71758" y2="33176"/>
                        <a14:backgroundMark x1="78242" y1="33098" x2="78242" y2="33098"/>
                        <a14:backgroundMark x1="82121" y1="36314" x2="82121" y2="363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975" t="29506" r="14607" b="32593"/>
          <a:stretch/>
        </p:blipFill>
        <p:spPr>
          <a:xfrm>
            <a:off x="5229351" y="4370062"/>
            <a:ext cx="3572934" cy="133441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7B1B90B-8ED0-99EC-DA0D-7366D443D32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8000" b="71765" l="14970" r="59636">
                        <a14:foregroundMark x1="16303" y1="61333" x2="16303" y2="61333"/>
                        <a14:foregroundMark x1="15333" y1="60627" x2="15333" y2="60627"/>
                        <a14:foregroundMark x1="15030" y1="59608" x2="15030" y2="59608"/>
                        <a14:foregroundMark x1="16667" y1="57569" x2="16667" y2="57569"/>
                        <a14:foregroundMark x1="16788" y1="57020" x2="16788" y2="57020"/>
                        <a14:foregroundMark x1="17091" y1="56627" x2="17091" y2="56627"/>
                        <a14:foregroundMark x1="59636" y1="53098" x2="59636" y2="53098"/>
                        <a14:foregroundMark x1="15152" y1="59294" x2="15152" y2="59294"/>
                        <a14:foregroundMark x1="16667" y1="56627" x2="16667" y2="56627"/>
                        <a14:foregroundMark x1="19939" y1="56157" x2="19939" y2="56157"/>
                        <a14:foregroundMark x1="19515" y1="56157" x2="19515" y2="56157"/>
                        <a14:foregroundMark x1="17636" y1="56078" x2="17636" y2="56078"/>
                        <a14:foregroundMark x1="19152" y1="56078" x2="19152" y2="56078"/>
                        <a14:foregroundMark x1="19515" y1="56078" x2="19515" y2="56078"/>
                        <a14:foregroundMark x1="18848" y1="55686" x2="18848" y2="55686"/>
                        <a14:foregroundMark x1="18485" y1="55922" x2="18485" y2="55922"/>
                        <a14:foregroundMark x1="18121" y1="55686" x2="18121" y2="55686"/>
                        <a14:backgroundMark x1="18606" y1="55686" x2="18606" y2="55686"/>
                        <a14:backgroundMark x1="18848" y1="55451" x2="18848" y2="554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54" t="45183" r="36739" b="25185"/>
          <a:stretch/>
        </p:blipFill>
        <p:spPr>
          <a:xfrm>
            <a:off x="4088141" y="1834808"/>
            <a:ext cx="928837" cy="41131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F23294B-D928-C93D-E0DC-195E4A70190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1765" b="71373" l="22121" r="60970">
                        <a14:foregroundMark x1="42545" y1="31765" x2="42545" y2="317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279" t="27901" r="34163" b="23772"/>
          <a:stretch/>
        </p:blipFill>
        <p:spPr>
          <a:xfrm>
            <a:off x="6023721" y="1486967"/>
            <a:ext cx="2418922" cy="1860273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46AE9182-9399-7CFC-E0B8-955BAE7E171D}"/>
              </a:ext>
            </a:extLst>
          </p:cNvPr>
          <p:cNvSpPr txBox="1"/>
          <p:nvPr/>
        </p:nvSpPr>
        <p:spPr>
          <a:xfrm>
            <a:off x="5347884" y="5682106"/>
            <a:ext cx="3335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Rail (x4)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8kg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146x14x7cm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CDFC1DE-4D68-4725-99DC-58219BC3A706}"/>
              </a:ext>
            </a:extLst>
          </p:cNvPr>
          <p:cNvSpPr txBox="1"/>
          <p:nvPr/>
        </p:nvSpPr>
        <p:spPr>
          <a:xfrm>
            <a:off x="8297335" y="6005501"/>
            <a:ext cx="37168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Tightening</a:t>
            </a:r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Head(x10)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2,2kg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23x13x7,6cm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DA30E75-D52D-52A2-F0AA-F3DD0330B7B3}"/>
              </a:ext>
            </a:extLst>
          </p:cNvPr>
          <p:cNvSpPr txBox="1"/>
          <p:nvPr/>
        </p:nvSpPr>
        <p:spPr>
          <a:xfrm>
            <a:off x="3615310" y="2240429"/>
            <a:ext cx="1844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 (x8)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E4E03F0-D34C-3069-7A18-8F6087035E6A}"/>
              </a:ext>
            </a:extLst>
          </p:cNvPr>
          <p:cNvSpPr txBox="1"/>
          <p:nvPr/>
        </p:nvSpPr>
        <p:spPr>
          <a:xfrm>
            <a:off x="8908638" y="3285580"/>
            <a:ext cx="3572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Pivot Base 300(x2)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4kg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30x30x11cm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8AE1B76-08FE-E2FF-BA6C-1C4D19244421}"/>
              </a:ext>
            </a:extLst>
          </p:cNvPr>
          <p:cNvSpPr txBox="1"/>
          <p:nvPr/>
        </p:nvSpPr>
        <p:spPr>
          <a:xfrm>
            <a:off x="5903601" y="3278046"/>
            <a:ext cx="3572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Rail Base(x6)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1,8kg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20x12x11cm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6EDDF35-BAF0-2797-8736-D76122F753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1569" b="73569" l="37758" r="89515">
                        <a14:foregroundMark x1="48545" y1="70745" x2="48545" y2="70745"/>
                        <a14:foregroundMark x1="47818" y1="73725" x2="47818" y2="73725"/>
                        <a14:foregroundMark x1="37818" y1="66196" x2="37818" y2="66196"/>
                        <a14:foregroundMark x1="54606" y1="59137" x2="54606" y2="59137"/>
                        <a14:foregroundMark x1="41879" y1="50510" x2="41879" y2="50510"/>
                        <a14:foregroundMark x1="54667" y1="23608" x2="54667" y2="23608"/>
                        <a14:foregroundMark x1="56000" y1="21569" x2="56000" y2="21569"/>
                        <a14:foregroundMark x1="70121" y1="31373" x2="70121" y2="31373"/>
                        <a14:foregroundMark x1="89515" y1="40392" x2="89515" y2="403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36" t="19877" r="26601" b="24074"/>
          <a:stretch/>
        </p:blipFill>
        <p:spPr>
          <a:xfrm rot="1710140">
            <a:off x="9324336" y="4123093"/>
            <a:ext cx="1899697" cy="2128088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996F18A6-1882-23DA-E9A9-2A86ABD962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3" r="21617"/>
          <a:stretch>
            <a:fillRect/>
          </a:stretch>
        </p:blipFill>
        <p:spPr>
          <a:xfrm>
            <a:off x="8826944" y="1012349"/>
            <a:ext cx="2899616" cy="258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51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C9AFF-7838-6227-238E-FDFA6A842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CF7F19-81F8-1A72-8156-322F04AFE98B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D84EF03-E823-5BF6-DA50-186A08624331}"/>
              </a:ext>
            </a:extLst>
          </p:cNvPr>
          <p:cNvSpPr txBox="1"/>
          <p:nvPr/>
        </p:nvSpPr>
        <p:spPr>
          <a:xfrm>
            <a:off x="22836" y="683462"/>
            <a:ext cx="12203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thrax Sb" panose="020B0707020201080204" pitchFamily="34" charset="0"/>
              </a:rPr>
              <a:t>Trench Kit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0AAD5F0-A795-7BB6-12A3-9703382ABB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3176" b="63608" l="9152" r="80970">
                        <a14:foregroundMark x1="13818" y1="56627" x2="13818" y2="56627"/>
                        <a14:foregroundMark x1="11818" y1="61098" x2="11818" y2="61098"/>
                        <a14:foregroundMark x1="9152" y1="57804" x2="9152" y2="57804"/>
                        <a14:foregroundMark x1="13758" y1="63686" x2="13758" y2="63686"/>
                        <a14:foregroundMark x1="13152" y1="63686" x2="13152" y2="63686"/>
                        <a14:foregroundMark x1="79091" y1="39529" x2="79091" y2="39529"/>
                        <a14:foregroundMark x1="76727" y1="34431" x2="76727" y2="34431"/>
                        <a14:foregroundMark x1="81030" y1="36784" x2="81030" y2="36784"/>
                        <a14:foregroundMark x1="71758" y1="33176" x2="71758" y2="33176"/>
                        <a14:backgroundMark x1="78242" y1="33098" x2="78242" y2="33098"/>
                        <a14:backgroundMark x1="82121" y1="36314" x2="82121" y2="363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975" t="29506" r="14607" b="32593"/>
          <a:stretch/>
        </p:blipFill>
        <p:spPr>
          <a:xfrm>
            <a:off x="7709354" y="4389328"/>
            <a:ext cx="3572934" cy="133441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5155210-C1C8-D528-7B17-A543A3D27FD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8000" b="71765" l="14970" r="59636">
                        <a14:foregroundMark x1="16303" y1="61333" x2="16303" y2="61333"/>
                        <a14:foregroundMark x1="15333" y1="60627" x2="15333" y2="60627"/>
                        <a14:foregroundMark x1="15030" y1="59608" x2="15030" y2="59608"/>
                        <a14:foregroundMark x1="16667" y1="57569" x2="16667" y2="57569"/>
                        <a14:foregroundMark x1="16788" y1="57020" x2="16788" y2="57020"/>
                        <a14:foregroundMark x1="17091" y1="56627" x2="17091" y2="56627"/>
                        <a14:foregroundMark x1="59636" y1="53098" x2="59636" y2="53098"/>
                        <a14:foregroundMark x1="15152" y1="59294" x2="15152" y2="59294"/>
                        <a14:foregroundMark x1="16667" y1="56627" x2="16667" y2="56627"/>
                        <a14:foregroundMark x1="19939" y1="56157" x2="19939" y2="56157"/>
                        <a14:foregroundMark x1="19515" y1="56157" x2="19515" y2="56157"/>
                        <a14:foregroundMark x1="17636" y1="56078" x2="17636" y2="56078"/>
                        <a14:foregroundMark x1="19152" y1="56078" x2="19152" y2="56078"/>
                        <a14:foregroundMark x1="19515" y1="56078" x2="19515" y2="56078"/>
                        <a14:foregroundMark x1="18848" y1="55686" x2="18848" y2="55686"/>
                        <a14:foregroundMark x1="18485" y1="55922" x2="18485" y2="55922"/>
                        <a14:foregroundMark x1="18121" y1="55686" x2="18121" y2="55686"/>
                        <a14:backgroundMark x1="18606" y1="55686" x2="18606" y2="55686"/>
                        <a14:backgroundMark x1="18848" y1="55451" x2="18848" y2="554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554" t="45183" r="36739" b="25185"/>
          <a:stretch/>
        </p:blipFill>
        <p:spPr>
          <a:xfrm>
            <a:off x="6929951" y="1628334"/>
            <a:ext cx="928837" cy="41131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E6E4A176-CC58-8BAA-F838-9E685F2951A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765" b="71373" l="22121" r="60970">
                        <a14:foregroundMark x1="42545" y1="31765" x2="42545" y2="317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279" t="27901" r="34163" b="23772"/>
          <a:stretch/>
        </p:blipFill>
        <p:spPr>
          <a:xfrm>
            <a:off x="8428262" y="1486967"/>
            <a:ext cx="2418922" cy="1860273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4D15F6BE-92DE-F799-6C6F-47491EB86895}"/>
              </a:ext>
            </a:extLst>
          </p:cNvPr>
          <p:cNvSpPr txBox="1"/>
          <p:nvPr/>
        </p:nvSpPr>
        <p:spPr>
          <a:xfrm>
            <a:off x="7803228" y="5682106"/>
            <a:ext cx="3335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Rail (x4)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8kg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146x14x7cm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33DF327-47AE-E1A2-E1EA-BD06F97A75E3}"/>
              </a:ext>
            </a:extLst>
          </p:cNvPr>
          <p:cNvSpPr txBox="1"/>
          <p:nvPr/>
        </p:nvSpPr>
        <p:spPr>
          <a:xfrm>
            <a:off x="6523225" y="1981382"/>
            <a:ext cx="1844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Pin (x8)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7822401-89D7-82E2-7E97-896DD2355661}"/>
              </a:ext>
            </a:extLst>
          </p:cNvPr>
          <p:cNvSpPr txBox="1"/>
          <p:nvPr/>
        </p:nvSpPr>
        <p:spPr>
          <a:xfrm>
            <a:off x="8308142" y="3218777"/>
            <a:ext cx="3572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Rail Base(x16)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1,8kg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20x12x11cm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977D7DD-FF2B-F8F9-AE09-E67DA3032D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61" t="29749" r="9917" b="43132"/>
          <a:stretch/>
        </p:blipFill>
        <p:spPr>
          <a:xfrm>
            <a:off x="148538" y="5526775"/>
            <a:ext cx="6910712" cy="115885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AEBF759-641A-2B29-8C6F-5C662242FA4B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4314" b="80863" l="34485" r="47576">
                        <a14:foregroundMark x1="42000" y1="24314" x2="42000" y2="24314"/>
                        <a14:foregroundMark x1="40061" y1="76627" x2="40061" y2="76627"/>
                        <a14:foregroundMark x1="41576" y1="79843" x2="41576" y2="79843"/>
                        <a14:foregroundMark x1="42848" y1="80706" x2="42424" y2="8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885" t="20917" r="50784" b="13907"/>
          <a:stretch/>
        </p:blipFill>
        <p:spPr>
          <a:xfrm>
            <a:off x="6699065" y="2543044"/>
            <a:ext cx="707701" cy="218246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159DF79-58E8-4063-40D3-DA89364DA4BD}"/>
              </a:ext>
            </a:extLst>
          </p:cNvPr>
          <p:cNvSpPr txBox="1"/>
          <p:nvPr/>
        </p:nvSpPr>
        <p:spPr>
          <a:xfrm>
            <a:off x="1341625" y="5512829"/>
            <a:ext cx="18449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PS80 (x8)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9F49B9B-4FA2-C368-A6C4-0D3EE8010805}"/>
              </a:ext>
            </a:extLst>
          </p:cNvPr>
          <p:cNvSpPr txBox="1"/>
          <p:nvPr/>
        </p:nvSpPr>
        <p:spPr>
          <a:xfrm>
            <a:off x="6392518" y="4634396"/>
            <a:ext cx="1550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EX30 (x8)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AD76140-A15B-4656-1D17-2CE46558421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04" t="18648" r="11074" b="10556"/>
          <a:stretch/>
        </p:blipFill>
        <p:spPr>
          <a:xfrm>
            <a:off x="22836" y="1530082"/>
            <a:ext cx="6616169" cy="300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436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64102EB-4BF0-77EC-4D57-32FDA6086C88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433DC0-6822-4CF9-2D2F-C446968A25AE}"/>
              </a:ext>
            </a:extLst>
          </p:cNvPr>
          <p:cNvSpPr txBox="1"/>
          <p:nvPr/>
        </p:nvSpPr>
        <p:spPr>
          <a:xfrm>
            <a:off x="8465" y="678001"/>
            <a:ext cx="12183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thrax Sb" panose="020B0707020201080204" pitchFamily="34" charset="0"/>
              </a:rPr>
              <a:t>Bases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9C59EE8-FB31-1E08-5B4C-C3229CBC5BAC}"/>
              </a:ext>
            </a:extLst>
          </p:cNvPr>
          <p:cNvSpPr txBox="1"/>
          <p:nvPr/>
        </p:nvSpPr>
        <p:spPr>
          <a:xfrm>
            <a:off x="2279032" y="1656172"/>
            <a:ext cx="4093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Base</a:t>
            </a:r>
          </a:p>
          <a:p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2kg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15x13x10cm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A4564D66-62F9-1DE0-89E8-C175509D71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145" b="75019" l="20227" r="6027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221" t="25661" r="34722" b="19497"/>
          <a:stretch/>
        </p:blipFill>
        <p:spPr>
          <a:xfrm>
            <a:off x="8465" y="1464084"/>
            <a:ext cx="2644165" cy="2238555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58B7841C-A444-DD86-F80E-212C31548DF8}"/>
              </a:ext>
            </a:extLst>
          </p:cNvPr>
          <p:cNvSpPr txBox="1"/>
          <p:nvPr/>
        </p:nvSpPr>
        <p:spPr>
          <a:xfrm>
            <a:off x="8438876" y="1654141"/>
            <a:ext cx="4093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</a:t>
            </a:r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 300</a:t>
            </a:r>
          </a:p>
          <a:p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2,8kg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30x30x5,8cm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89ECA02-9BD4-9DAA-30F6-9F13C03521DC}"/>
              </a:ext>
            </a:extLst>
          </p:cNvPr>
          <p:cNvSpPr txBox="1"/>
          <p:nvPr/>
        </p:nvSpPr>
        <p:spPr>
          <a:xfrm>
            <a:off x="5139226" y="1658679"/>
            <a:ext cx="2740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</a:t>
            </a:r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 200</a:t>
            </a:r>
          </a:p>
          <a:p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1,1kg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15x15x5,8cm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6B7912-6359-568E-1E4E-53D67DE4BE03}"/>
              </a:ext>
            </a:extLst>
          </p:cNvPr>
          <p:cNvSpPr txBox="1"/>
          <p:nvPr/>
        </p:nvSpPr>
        <p:spPr>
          <a:xfrm>
            <a:off x="205483" y="3779568"/>
            <a:ext cx="4093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90° Pivot Base</a:t>
            </a:r>
          </a:p>
          <a:p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2,5kg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20x20x11cm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73A1CAB-24C9-C8DE-06F6-565E622B0875}"/>
              </a:ext>
            </a:extLst>
          </p:cNvPr>
          <p:cNvSpPr txBox="1"/>
          <p:nvPr/>
        </p:nvSpPr>
        <p:spPr>
          <a:xfrm>
            <a:off x="2896121" y="4118863"/>
            <a:ext cx="4093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45° Pivot Base</a:t>
            </a:r>
          </a:p>
          <a:p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2,6kg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20x20x11cm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10DD09F-F260-F80F-42DB-4C894FA60D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2" t="14041" r="18080" b="6904"/>
          <a:stretch>
            <a:fillRect/>
          </a:stretch>
        </p:blipFill>
        <p:spPr>
          <a:xfrm>
            <a:off x="7496354" y="2492183"/>
            <a:ext cx="4490163" cy="283031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ED2D79C-6694-2EAE-542B-270200DFAC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29" t="29660" r="27464" b="13699"/>
          <a:stretch>
            <a:fillRect/>
          </a:stretch>
        </p:blipFill>
        <p:spPr>
          <a:xfrm>
            <a:off x="4736142" y="2338843"/>
            <a:ext cx="2812403" cy="205202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1BA8A36-B5E5-1DF5-F0C9-E897647A5C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65" r="22067" b="13699"/>
          <a:stretch>
            <a:fillRect/>
          </a:stretch>
        </p:blipFill>
        <p:spPr>
          <a:xfrm>
            <a:off x="-407520" y="4390870"/>
            <a:ext cx="3303641" cy="245283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7A1C3C3-CF77-5427-BB83-C014040E98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01" r="11991" b="12828"/>
          <a:stretch>
            <a:fillRect/>
          </a:stretch>
        </p:blipFill>
        <p:spPr>
          <a:xfrm>
            <a:off x="2952508" y="4483369"/>
            <a:ext cx="3077356" cy="242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901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17A8B6-C677-9293-1C61-3C06909E19AE}"/>
              </a:ext>
            </a:extLst>
          </p:cNvPr>
          <p:cNvSpPr/>
          <p:nvPr/>
        </p:nvSpPr>
        <p:spPr>
          <a:xfrm>
            <a:off x="8465" y="465672"/>
            <a:ext cx="12183535" cy="9618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433DC0-6822-4CF9-2D2F-C446968A25AE}"/>
              </a:ext>
            </a:extLst>
          </p:cNvPr>
          <p:cNvSpPr txBox="1"/>
          <p:nvPr/>
        </p:nvSpPr>
        <p:spPr>
          <a:xfrm>
            <a:off x="8465" y="655251"/>
            <a:ext cx="12183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onthrax Sb" panose="020B0707020201080204" pitchFamily="34" charset="0"/>
              </a:rPr>
              <a:t>Heads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D245732-82C1-195B-05C3-3B0130C5EA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4902" b="81961" l="24667" r="68364">
                        <a14:foregroundMark x1="47273" y1="82039" x2="47273" y2="82039"/>
                        <a14:foregroundMark x1="24727" y1="46510" x2="24727" y2="46510"/>
                        <a14:foregroundMark x1="68364" y1="48000" x2="68364" y2="4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63" t="29135" r="26436" b="12840"/>
          <a:stretch/>
        </p:blipFill>
        <p:spPr>
          <a:xfrm>
            <a:off x="185073" y="4327692"/>
            <a:ext cx="2879861" cy="239563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019F751-4C7B-7633-8FF5-4F7FCB11A65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3059" b="90353" l="32182" r="72061">
                        <a14:foregroundMark x1="51697" y1="23059" x2="51697" y2="23059"/>
                        <a14:foregroundMark x1="56121" y1="70118" x2="56121" y2="70118"/>
                        <a14:foregroundMark x1="56182" y1="67373" x2="56182" y2="67373"/>
                        <a14:foregroundMark x1="50667" y1="87529" x2="50667" y2="87529"/>
                        <a14:foregroundMark x1="53273" y1="87765" x2="53273" y2="87765"/>
                        <a14:foregroundMark x1="52182" y1="90353" x2="52182" y2="903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391" t="16543" r="22907" b="5186"/>
          <a:stretch/>
        </p:blipFill>
        <p:spPr>
          <a:xfrm>
            <a:off x="4699530" y="1368049"/>
            <a:ext cx="2546660" cy="309900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273201E-751A-6921-C487-9860DCD4E62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6118" b="83059" l="29273" r="71576">
                        <a14:foregroundMark x1="39212" y1="26196" x2="39212" y2="26196"/>
                        <a14:foregroundMark x1="29273" y1="41333" x2="29273" y2="41333"/>
                        <a14:foregroundMark x1="49879" y1="82118" x2="49879" y2="821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101" t="20816" r="23192" b="9988"/>
          <a:stretch/>
        </p:blipFill>
        <p:spPr>
          <a:xfrm>
            <a:off x="8598800" y="1397364"/>
            <a:ext cx="3054659" cy="3158839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DF03F917-25DD-9038-565C-62A2F5BA067A}"/>
              </a:ext>
            </a:extLst>
          </p:cNvPr>
          <p:cNvSpPr txBox="1"/>
          <p:nvPr/>
        </p:nvSpPr>
        <p:spPr>
          <a:xfrm>
            <a:off x="2443021" y="3176256"/>
            <a:ext cx="2538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 Head</a:t>
            </a:r>
          </a:p>
          <a:p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1,1kg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10x8x10,5cm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1C20C1E-83B7-8FBA-D410-E2561129CB39}"/>
              </a:ext>
            </a:extLst>
          </p:cNvPr>
          <p:cNvSpPr txBox="1"/>
          <p:nvPr/>
        </p:nvSpPr>
        <p:spPr>
          <a:xfrm>
            <a:off x="5143184" y="4331441"/>
            <a:ext cx="26122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Head</a:t>
            </a:r>
          </a:p>
          <a:p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1,8kg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15x10x20cm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0EE9659-742E-3C89-82A8-F97874497336}"/>
              </a:ext>
            </a:extLst>
          </p:cNvPr>
          <p:cNvSpPr txBox="1"/>
          <p:nvPr/>
        </p:nvSpPr>
        <p:spPr>
          <a:xfrm>
            <a:off x="8746377" y="4327692"/>
            <a:ext cx="27595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 Head</a:t>
            </a:r>
          </a:p>
          <a:p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1,9kg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15,6x12x17,5cm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879826F-AA2B-3907-9136-EBC8EB0317BC}"/>
              </a:ext>
            </a:extLst>
          </p:cNvPr>
          <p:cNvSpPr txBox="1"/>
          <p:nvPr/>
        </p:nvSpPr>
        <p:spPr>
          <a:xfrm>
            <a:off x="2363877" y="5637726"/>
            <a:ext cx="2188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onthrax Sb" panose="020B070702020108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Concave Head </a:t>
            </a:r>
            <a:r>
              <a:rPr lang="fr-F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0,8kg</a:t>
            </a:r>
          </a:p>
          <a:p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Dimensions: 12x8x8cm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1AEE1A8-615A-9F9F-7B04-489F5C3C7B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6343" r="38227" b="28716"/>
          <a:stretch/>
        </p:blipFill>
        <p:spPr>
          <a:xfrm>
            <a:off x="-1428205" y="1646889"/>
            <a:ext cx="4378439" cy="246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577469"/>
      </p:ext>
    </p:extLst>
  </p:cSld>
  <p:clrMapOvr>
    <a:masterClrMapping/>
  </p:clrMapOvr>
</p:sld>
</file>

<file path=ppt/theme/theme1.xml><?xml version="1.0" encoding="utf-8"?>
<a:theme xmlns:a="http://schemas.openxmlformats.org/drawingml/2006/main" name="Vue">
  <a:themeElements>
    <a:clrScheme name="Vue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ue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ue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TM03457515[[fn=Vue]]</Template>
  <TotalTime>0</TotalTime>
  <Words>434</Words>
  <Application>Microsoft Office PowerPoint</Application>
  <PresentationFormat>Grand écran</PresentationFormat>
  <Paragraphs>123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Schoolbook</vt:lpstr>
      <vt:lpstr>Conthrax Sb</vt:lpstr>
      <vt:lpstr>Wingdings</vt:lpstr>
      <vt:lpstr>Wingdings 2</vt:lpstr>
      <vt:lpstr>Vue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Install</dc:creator>
  <cp:lastModifiedBy>Install</cp:lastModifiedBy>
  <cp:revision>98</cp:revision>
  <dcterms:created xsi:type="dcterms:W3CDTF">2023-06-05T07:30:10Z</dcterms:created>
  <dcterms:modified xsi:type="dcterms:W3CDTF">2025-06-16T12:15:41Z</dcterms:modified>
</cp:coreProperties>
</file>